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[ 0:00 – 3:15 ]</a:t>
            </a:r>
          </a:p>
          <a:p/>
          <a:p>
            <a:r>
              <a:t>[0:00] Всем добрый день! Сегодня у нас первая лекция, которую можно ждать нулевой. Всех рад приветствовать на курсе.</a:t>
            </a:r>
          </a:p>
          <a:p>
            <a:r>
              <a:t>Это уже не промо, но немножечко мы поговорим про саму структуру курса, для чего он, как его слушать и о чем буду рассказывать.</a:t>
            </a:r>
          </a:p>
          <a:p/>
          <a:p>
            <a:r>
              <a:t>[0:20] Какого-то значимого, важного контента не будет, давайте поэтому кратенько буквально расскажу сегодня.</a:t>
            </a:r>
          </a:p>
          <a:p>
            <a:r>
              <a:t>Так скажем, те кто уже смотрел у меня другие курсы, в принципе смело ее могут скипнуть, хотя не всю.</a:t>
            </a:r>
          </a:p>
          <a:p>
            <a:r>
              <a:t>Почему вообще этот курс родился, автономные агенты от и сотрудника до агентской компании?</a:t>
            </a:r>
          </a:p>
          <a:p>
            <a:r>
              <a:t>Потому что тренд стал устойчивым, то есть я Open Club оставил буквально когда он еще только вышел, только начал хайповать, думал тоже какой-то хайп, вроде ничего умного здесь нету.</a:t>
            </a:r>
          </a:p>
          <a:p>
            <a:r>
              <a:t>Теперь все это называется модным словом Harness, и сначала оказалось хайпом.</a:t>
            </a:r>
          </a:p>
          <a:p>
            <a:r>
              <a:t>Потом на самом деле я просек фишку, почему он стал популярен, потому что люди уже не хотели выполнять какую-то конкретную операцию, какую-то работу.</a:t>
            </a:r>
          </a:p>
          <a:p>
            <a:r>
              <a:t>Их не хотели кодить, то есть с ростом возможностей стало понятно и очевидно, что в принципе первое.</a:t>
            </a:r>
          </a:p>
          <a:p>
            <a:r>
              <a:t>И может что-то выполнять сам, один раз сказать и дальше, и будет это делать постоянно, повторяемо и регулярно второе.</a:t>
            </a:r>
          </a:p>
          <a:p>
            <a:r>
              <a:t>И может сам обучаться.</a:t>
            </a:r>
          </a:p>
          <a:p>
            <a:r>
              <a:t>То есть ключевая тема, на самом деле, которую сейчас раскручивает Гермес, но Гермес-агент в Open Club она тоже есть.</a:t>
            </a:r>
          </a:p>
          <a:p>
            <a:r>
              <a:t>Я честно сам больше люблю Open Club.</a:t>
            </a:r>
          </a:p>
          <a:p>
            <a:r>
              <a:t>Силу того, что я люблю решения, в которых такая достаточно обширная экосистема, которую Open Club успел набрать, Гермес пока еще нет, наверное.</a:t>
            </a:r>
          </a:p>
          <a:p>
            <a:r>
              <a:t>Но тем не менее, рассмотрим оба решения и покажу все плюсы-минусы.</a:t>
            </a:r>
          </a:p>
          <a:p>
            <a:r>
              <a:t>То есть в Гермесе тоже очень много хорошего и приятного.</a:t>
            </a:r>
          </a:p>
          <a:p/>
          <a:p>
            <a:r>
              <a:t>[2:10] И ключевая фишка то, что они могут сам обучаться.</a:t>
            </a:r>
          </a:p>
          <a:p>
            <a:r>
              <a:t>То есть грубо говоря, агент сам запоминает то, что он сделал, то, что получилось хорошо, то, что получалось плохо.</a:t>
            </a:r>
          </a:p>
          <a:p>
            <a:r>
              <a:t>Если вы ему что-то пишете или корректируете, это тоже откладывает память.</a:t>
            </a:r>
          </a:p>
          <a:p>
            <a:r>
              <a:t>То есть такая автономность и память, это тоже такая фишка вот именно этих автономных агентов.</a:t>
            </a:r>
          </a:p>
          <a:p>
            <a:r>
              <a:t>В остальном, ну плюс классно же, конечно, прямо в Телеграме у себя иметь бота, которому ты всегда можешь написать то, что тебе нужно сделать на домашнем компьютере.</a:t>
            </a:r>
          </a:p>
          <a:p>
            <a:r>
              <a:t>И он это сделает.</a:t>
            </a:r>
          </a:p>
          <a:p>
            <a:r>
              <a:t>Я на самом деле в принципе сторонник поднятия, не очень безопасный сценарий сразу скажу, но я сторонник подняятия этих автономных агентов прямо у себя на локальной машине.</a:t>
            </a:r>
          </a:p>
          <a:p>
            <a:r>
              <a:t>И мы этот сценарий будем разбирать и объясню почему, для чего и откуда это взялось.</a:t>
            </a:r>
          </a:p>
          <a:p/>
          <a:p>
            <a:r>
              <a:t>[2:57] Потому что, да, это максимальная степень автоматизации.</a:t>
            </a:r>
          </a:p>
          <a:p>
            <a:r>
              <a:t>То есть вы можете автоматизировать все ваши процессы.</a:t>
            </a:r>
          </a:p>
          <a:p>
            <a:r>
              <a:t>Подняв его на удаленной машине, вам придется некоторые ваши секреты, так скажем, передать на удаленную машину, что не всегда хорошо.</a:t>
            </a:r>
          </a:p>
          <a:p>
            <a:r>
              <a:t>Окей.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[ 3:15 – 6:10 ]</a:t>
            </a:r>
          </a:p>
          <a:p/>
          <a:p>
            <a:r>
              <a:t>[3:15] Ну, двинемся дальше.</a:t>
            </a:r>
          </a:p>
          <a:p>
            <a:r>
              <a:t>Собственно говоря, зачем вообще этот курс родился?</a:t>
            </a:r>
          </a:p>
          <a:p>
            <a:r>
              <a:t>У меня есть курс по вайпкоингу для аналитиков.</a:t>
            </a:r>
          </a:p>
          <a:p>
            <a:r>
              <a:t>То есть вроде как много я уже про и всего рассказывал.</a:t>
            </a:r>
          </a:p>
          <a:p>
            <a:r>
              <a:t>И вроде как и то, и то харнес.</a:t>
            </a:r>
          </a:p>
          <a:p>
            <a:r>
              <a:t>То есть в принципе базовые практики как скиллы, правила.</a:t>
            </a:r>
          </a:p>
          <a:p>
            <a:r>
              <a:t>Они везде работают одни и те же.</a:t>
            </a:r>
          </a:p>
          <a:p>
            <a:r>
              <a:t>То есть может быть и не стоит.</a:t>
            </a:r>
          </a:p>
          <a:p>
            <a:r>
              <a:t>На самом деле стоит.</a:t>
            </a:r>
          </a:p>
          <a:p>
            <a:r>
              <a:t>Здесь есть следующий этап остановности.</a:t>
            </a:r>
          </a:p>
          <a:p>
            <a:r>
              <a:t>То есть ключевая тема на курсе все-таки будет научиться отличать между агентом, который там больше имитирует IDE.</a:t>
            </a:r>
          </a:p>
          <a:p>
            <a:r>
              <a:t>Все наши клоуд-коды, кодексы, опен-коды, курсоры.</a:t>
            </a:r>
          </a:p>
          <a:p/>
          <a:p>
            <a:r>
              <a:t>[3:59] И агентом все-таки автономным.</a:t>
            </a:r>
          </a:p>
          <a:p>
            <a:r>
              <a:t>То есть это у нас Гермес и опен-клосс.</a:t>
            </a:r>
          </a:p>
          <a:p>
            <a:r>
              <a:t>Сейчас другие рассматривать уже не будем, хотя есть еще популярные агенты.</a:t>
            </a:r>
          </a:p>
          <a:p>
            <a:r>
              <a:t>В ту же степень они растут сейчас как на дрожжах.</a:t>
            </a:r>
          </a:p>
          <a:p/>
          <a:p>
            <a:r>
              <a:t>[4:14] Сейчас речь идет о полноценной замене сотрудников.</a:t>
            </a:r>
          </a:p>
          <a:p>
            <a:r>
              <a:t>То есть да, мы уже настали прозвать сразу.</a:t>
            </a:r>
          </a:p>
          <a:p>
            <a:r>
              <a:t>Это технология, которая создается и признана именно заменить сотрудников.</a:t>
            </a:r>
          </a:p>
          <a:p>
            <a:r>
              <a:t>То есть не дополнить, не инструмент, не помощник.</a:t>
            </a:r>
          </a:p>
          <a:p>
            <a:r>
              <a:t>В этом курсе мы строго и четко уже рассматриваем вариант замены.</a:t>
            </a:r>
          </a:p>
          <a:p>
            <a:r>
              <a:t>И если опен-клосс и Гермес их как-то можно рассмотреть как персональный систем, персональный помощник и так далее и тому подобное,</a:t>
            </a:r>
          </a:p>
          <a:p>
            <a:r>
              <a:t>то Paperclip и Agency Agents это именно вариант, когда мы хотим создать целую компанию, в которой будут работать целые и сотрудники.</a:t>
            </a:r>
          </a:p>
          <a:p>
            <a:r>
              <a:t>То есть это именно про замену.</a:t>
            </a:r>
          </a:p>
          <a:p/>
          <a:p>
            <a:r>
              <a:t>[4:58] Сначала, так скажем, ну мы не Москва не сразу строилась.</a:t>
            </a:r>
          </a:p>
          <a:p>
            <a:r>
              <a:t>Сначала будем говорить про замену одной функции, то есть научимся что-то делать.</a:t>
            </a:r>
          </a:p>
          <a:p>
            <a:r>
              <a:t>Потом уже поговорим про общую компанию.</a:t>
            </a:r>
          </a:p>
          <a:p>
            <a:r>
              <a:t>То есть соответственно курс можно условно разделить на две части.</a:t>
            </a:r>
          </a:p>
          <a:p>
            <a:r>
              <a:t>Первая про автономных и агентов.</a:t>
            </a:r>
          </a:p>
          <a:p>
            <a:r>
              <a:t>Второе про их оркестраторы или автономные компании или native подход.</a:t>
            </a:r>
          </a:p>
          <a:p>
            <a:r>
              <a:t>Не знаю как этот класс решений полностью полноценно назвать, но суть вот про них, про двое.</a:t>
            </a:r>
          </a:p>
          <a:p>
            <a:r>
              <a:t>Про два решения для уже групп и агентов.</a:t>
            </a:r>
          </a:p>
          <a:p/>
          <a:p>
            <a:r>
              <a:t>[5:29] И курс конечно не для разработчиков.</a:t>
            </a:r>
          </a:p>
          <a:p>
            <a:r>
              <a:t>То есть в данном случае мы не будем много писать кода, мы будем работать только с ИИ.</a:t>
            </a:r>
          </a:p>
          <a:p>
            <a:r>
              <a:t>Мы будем учиться искать и решать практические задачи.</a:t>
            </a:r>
          </a:p>
          <a:p/>
          <a:p>
            <a:r>
              <a:t>[5:43] Притом максимум что мы постараемся сделать, это чтобы все задачи решались без нашего участия.</a:t>
            </a:r>
          </a:p>
          <a:p>
            <a:r>
              <a:t>Вершина того, что если курс был прочитан не зря, если вы соберетесь построить AI native компанию.</a:t>
            </a:r>
          </a:p>
          <a:p>
            <a:r>
              <a:t>То есть компанию, в которой маркетинг, продажи, финансы.</a:t>
            </a:r>
          </a:p>
          <a:p>
            <a:r>
              <a:t>Все-все-все передано и чувствую, что таких компаний скоро будет много.</a:t>
            </a:r>
          </a:p>
          <a:p>
            <a:r>
              <a:t>Они уже есть, примеры уже есть.</a:t>
            </a:r>
          </a:p>
          <a:p/>
          <a:p>
            <a:r>
              <a:t>[6:09] Окей.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[ 6:10 – 9:30 ]</a:t>
            </a:r>
          </a:p>
          <a:p/>
          <a:p>
            <a:r>
              <a:t>[6:11] Что понадобится для прохождения курса?</a:t>
            </a:r>
          </a:p>
          <a:p>
            <a:r>
              <a:t>Важно.</a:t>
            </a:r>
          </a:p>
          <a:p>
            <a:r>
              <a:t>Во-первых нужен вам workstation какой-то.</a:t>
            </a:r>
          </a:p>
          <a:p>
            <a:r>
              <a:t>Это может быть лэптоп, в принципе не обязательно.</a:t>
            </a:r>
          </a:p>
          <a:p>
            <a:r>
              <a:t>Но для того, чтобы понять как работает запись по расписанию,</a:t>
            </a:r>
          </a:p>
          <a:p>
            <a:r>
              <a:t>как агент может быть правда полезен.</a:t>
            </a:r>
          </a:p>
          <a:p>
            <a:r>
              <a:t>Крайне желательно, конечно же, иметь возможность этот девайс оставлять включенным.</a:t>
            </a:r>
          </a:p>
          <a:p>
            <a:r>
              <a:t>Я не говорю тут, что всем нужно купить Mac mini.</a:t>
            </a:r>
          </a:p>
          <a:p>
            <a:r>
              <a:t>Нет.</a:t>
            </a:r>
          </a:p>
          <a:p>
            <a:r>
              <a:t>На мой взгляд вообще в принципе на обычном workstation это будет вполне хорошо работать.</a:t>
            </a:r>
          </a:p>
          <a:p>
            <a:r>
              <a:t>И более того лучше, если это будет ваш workstation.</a:t>
            </a:r>
          </a:p>
          <a:p>
            <a:r>
              <a:t>Но если его можно оставить включенным и не выключать на ночь,</a:t>
            </a:r>
          </a:p>
          <a:p>
            <a:r>
              <a:t>к примеру, то это будет здорово.</a:t>
            </a:r>
          </a:p>
          <a:p>
            <a:r>
              <a:t>Вы больше почувствуете все прелести OpenClogger, Mesa и прочих автономных агентов.</a:t>
            </a:r>
          </a:p>
          <a:p>
            <a:r>
              <a:t>Когда они будут именно работать именно на вашей workstation</a:t>
            </a:r>
          </a:p>
          <a:p>
            <a:r>
              <a:t>и именно автономно долгое время.</a:t>
            </a:r>
          </a:p>
          <a:p/>
          <a:p>
            <a:r>
              <a:t>[7:08] Все демонстрации будут на OS Windows.</a:t>
            </a:r>
          </a:p>
          <a:p>
            <a:r>
              <a:t>Объясню почему.</a:t>
            </a:r>
          </a:p>
          <a:p>
            <a:r>
              <a:t>То есть да, там модно сейчас автономных агентов показывать на Mac'ах.</a:t>
            </a:r>
          </a:p>
          <a:p>
            <a:r>
              <a:t>На Mac mini модно.</a:t>
            </a:r>
          </a:p>
          <a:p>
            <a:r>
              <a:t>Там можно на Linux'е он как бы более нативный, вроде что-то попроще.</a:t>
            </a:r>
          </a:p>
          <a:p>
            <a:r>
              <a:t>Но у нас курс все-таки с примерами для 1С.</a:t>
            </a:r>
          </a:p>
          <a:p>
            <a:r>
              <a:t>У нас курс ориентирован на 1С.</a:t>
            </a:r>
          </a:p>
          <a:p>
            <a:r>
              <a:t>1С все-таки хорошо, нормально работает.</a:t>
            </a:r>
          </a:p>
          <a:p>
            <a:r>
              <a:t>Нативный клиент с меньшим количеством ошибок.</a:t>
            </a:r>
          </a:p>
          <a:p>
            <a:r>
              <a:t>С лучшей производительностью под Windows.</a:t>
            </a:r>
          </a:p>
          <a:p>
            <a:r>
              <a:t>То есть для нас ключевая OS остается с Windows.</a:t>
            </a:r>
          </a:p>
          <a:p>
            <a:r>
              <a:t>Именно поэтому я большую часть примеров буду показывать на Windows.</a:t>
            </a:r>
          </a:p>
          <a:p>
            <a:r>
              <a:t>Но технологии, на которых сейчас разработаны эти решения,</a:t>
            </a:r>
          </a:p>
          <a:p>
            <a:r>
              <a:t>все они кроссплатформенные.</a:t>
            </a:r>
          </a:p>
          <a:p>
            <a:r>
              <a:t>Соответственно в принципе у вас даже команды будут,</a:t>
            </a:r>
          </a:p>
          <a:p>
            <a:r>
              <a:t>если будут отличаться, то незначительно.</a:t>
            </a:r>
          </a:p>
          <a:p/>
          <a:p>
            <a:r>
              <a:t>[7:55] Вам нужна база 1С для экспериментов.</a:t>
            </a:r>
          </a:p>
          <a:p>
            <a:r>
              <a:t>Поскольку мы будем показывать что-то на 1С,</a:t>
            </a:r>
          </a:p>
          <a:p>
            <a:r>
              <a:t>то желательно какой-нибудь базой завестись</a:t>
            </a:r>
          </a:p>
          <a:p>
            <a:r>
              <a:t>и туда поставить расширение, на ней все экспериментировать.</a:t>
            </a:r>
          </a:p>
          <a:p>
            <a:r>
              <a:t>Нужна будет подписка на какой-нибудь ИИ,</a:t>
            </a:r>
          </a:p>
          <a:p>
            <a:r>
              <a:t>то есть без нее пройти будет сложно.</a:t>
            </a:r>
          </a:p>
          <a:p>
            <a:r>
              <a:t>И нам нужно будет именно API,</a:t>
            </a:r>
          </a:p>
          <a:p>
            <a:r>
              <a:t>потому что эти автономные агенты, они работают с API.</a:t>
            </a:r>
          </a:p>
          <a:p>
            <a:r>
              <a:t>То есть не с базовой подпиской.</a:t>
            </a:r>
          </a:p>
          <a:p>
            <a:r>
              <a:t>Можно конечно там что-то подпихнуть,</a:t>
            </a:r>
          </a:p>
          <a:p>
            <a:r>
              <a:t>как-то израдиться, но это уже на ваш вкус.</a:t>
            </a:r>
          </a:p>
          <a:p>
            <a:r>
              <a:t>Я буду показывать на обычном GPT,</a:t>
            </a:r>
          </a:p>
          <a:p>
            <a:r>
              <a:t>сейчас актуальная версия 5.5,</a:t>
            </a:r>
          </a:p>
          <a:p>
            <a:r>
              <a:t>просто куплены API, проплачены определенные суммы,</a:t>
            </a:r>
          </a:p>
          <a:p>
            <a:r>
              <a:t>определенный объем токенов.</a:t>
            </a:r>
          </a:p>
          <a:p>
            <a:r>
              <a:t>Вот это мой вариант, не говорю что он там правильный,</a:t>
            </a:r>
          </a:p>
          <a:p>
            <a:r>
              <a:t>каждый вправе решать какой моделью он пользуется самостоятельно.</a:t>
            </a:r>
          </a:p>
          <a:p>
            <a:r>
              <a:t>Но для того чтобы все получилось,</a:t>
            </a:r>
          </a:p>
          <a:p>
            <a:r>
              <a:t>модель уже более-менее нормальная.</a:t>
            </a:r>
          </a:p>
          <a:p>
            <a:r>
              <a:t>У меня GPT 5.5 medium reasoning effect,</a:t>
            </a:r>
          </a:p>
          <a:p>
            <a:r>
              <a:t>то есть это такая ну средненькая модель,</a:t>
            </a:r>
          </a:p>
          <a:p>
            <a:r>
              <a:t>недорогая и дешевая,</a:t>
            </a:r>
          </a:p>
          <a:p>
            <a:r>
              <a:t>но для наших задач вполне подходит.</a:t>
            </a:r>
          </a:p>
          <a:p>
            <a:r>
              <a:t>Можно там вернуть кло топус,</a:t>
            </a:r>
          </a:p>
          <a:p>
            <a:r>
              <a:t>экстра хай и так далее и тому подобное,</a:t>
            </a:r>
          </a:p>
          <a:p>
            <a:r>
              <a:t>но при этом понятно, что стоимость будет другая.</a:t>
            </a:r>
          </a:p>
          <a:p>
            <a:r>
              <a:t>Ну и самое главное,</a:t>
            </a:r>
          </a:p>
          <a:p>
            <a:r>
              <a:t>самое главное для решения курса,</a:t>
            </a:r>
          </a:p>
          <a:p>
            <a:r>
              <a:t>вот самое главное тут последний пункт,</a:t>
            </a:r>
          </a:p>
          <a:p>
            <a:r>
              <a:t>это желание учиться.</a:t>
            </a:r>
          </a:p>
          <a:p>
            <a:r>
              <a:t>У вас должно быть желание это освоить,</a:t>
            </a:r>
          </a:p>
          <a:p>
            <a:r>
              <a:t>а не просто там что-то посмотреть.</a:t>
            </a:r>
          </a:p>
          <a:p>
            <a:r>
              <a:t>Вот тогда ваши эксперименты</a:t>
            </a:r>
          </a:p>
          <a:p>
            <a:r>
              <a:t>и все о чем я рассказываю,</a:t>
            </a:r>
          </a:p>
          <a:p>
            <a:r>
              <a:t>оно пойдет на пользу.</a:t>
            </a:r>
          </a:p>
          <a:p>
            <a:r>
              <a:t>О чем будем говорить?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[ 9:30 – 11:55 ]</a:t>
            </a:r>
          </a:p>
          <a:p/>
          <a:p>
            <a:r>
              <a:t>[9:31] Собственно говоря в программе я уже писал,</a:t>
            </a:r>
          </a:p>
          <a:p>
            <a:r>
              <a:t>OpenClaw,</a:t>
            </a:r>
          </a:p>
          <a:p>
            <a:r>
              <a:t>сам популярный ассистент,</a:t>
            </a:r>
          </a:p>
          <a:p>
            <a:r>
              <a:t>куча стартов на гитхабе,</a:t>
            </a:r>
          </a:p>
          <a:p/>
          <a:p>
            <a:r>
              <a:t>[9:42] инструменты,</a:t>
            </a:r>
          </a:p>
          <a:p>
            <a:r>
              <a:t>целая экосистема,</a:t>
            </a:r>
          </a:p>
          <a:p>
            <a:r>
              <a:t>то есть он очень основательно двигался в экосистеме,</a:t>
            </a:r>
          </a:p>
          <a:p>
            <a:r>
              <a:t>большой комьюнити</a:t>
            </a:r>
          </a:p>
          <a:p>
            <a:r>
              <a:t>и сейчас нежно все называют крабом.</a:t>
            </a:r>
          </a:p>
          <a:p>
            <a:r>
              <a:t>То есть это наверное основа,</a:t>
            </a:r>
          </a:p>
          <a:p>
            <a:r>
              <a:t>без которой уже трудно представить современного тишника,</a:t>
            </a:r>
          </a:p>
          <a:p>
            <a:r>
              <a:t>хотя бы знать, что такое OpenClaw нужно.</a:t>
            </a:r>
          </a:p>
          <a:p>
            <a:r>
              <a:t>Потому что все репозитории,</a:t>
            </a:r>
          </a:p>
          <a:p>
            <a:r>
              <a:t>у которых 500 тысяч звезд на гитхубе,</a:t>
            </a:r>
          </a:p>
          <a:p>
            <a:r>
              <a:t>это то, что каждый айтишник</a:t>
            </a:r>
          </a:p>
          <a:p>
            <a:r>
              <a:t>должен хотя бы знать,</a:t>
            </a:r>
          </a:p>
          <a:p>
            <a:r>
              <a:t>иметь представление.</a:t>
            </a:r>
          </a:p>
          <a:p>
            <a:r>
              <a:t>Ну в моей картине мира конечно.</a:t>
            </a:r>
          </a:p>
          <a:p>
            <a:r>
              <a:t>Значит безумно популярная открытая штука.</a:t>
            </a:r>
          </a:p>
          <a:p>
            <a:r>
              <a:t>Гермес это такой считается</a:t>
            </a:r>
          </a:p>
          <a:p>
            <a:r>
              <a:t>более современный трендовый агент,</a:t>
            </a:r>
          </a:p>
          <a:p>
            <a:r>
              <a:t>который делает примерно то же самое,</a:t>
            </a:r>
          </a:p>
          <a:p>
            <a:r>
              <a:t>что OpenClaw.</a:t>
            </a:r>
          </a:p>
          <a:p/>
          <a:p>
            <a:r>
              <a:t>[10:24] Больших преимуществ</a:t>
            </a:r>
          </a:p>
          <a:p>
            <a:r>
              <a:t>действительно OpenClaw я у него</a:t>
            </a:r>
          </a:p>
          <a:p>
            <a:r>
              <a:t>если честно не нашел,</a:t>
            </a:r>
          </a:p>
          <a:p>
            <a:r>
              <a:t>может плохо смотрел,</a:t>
            </a:r>
          </a:p>
          <a:p>
            <a:r>
              <a:t>не знаю.</a:t>
            </a:r>
          </a:p>
          <a:p>
            <a:r>
              <a:t>В принципе после установки</a:t>
            </a:r>
          </a:p>
          <a:p>
            <a:r>
              <a:t>определенных инструментариев</a:t>
            </a:r>
          </a:p>
          <a:p>
            <a:r>
              <a:t>OpenClaw тоже неплохо сам обучается.</a:t>
            </a:r>
          </a:p>
          <a:p/>
          <a:p>
            <a:r>
              <a:t>[10:37] Я больше ценю экосистему,</a:t>
            </a:r>
          </a:p>
          <a:p>
            <a:r>
              <a:t>но Гермес хорошо,</a:t>
            </a:r>
          </a:p>
          <a:p>
            <a:r>
              <a:t>стабильно работает.</a:t>
            </a:r>
          </a:p>
          <a:p>
            <a:r>
              <a:t>Единственное, что для Windows</a:t>
            </a:r>
          </a:p>
          <a:p>
            <a:r>
              <a:t>нет на этих варианта,</a:t>
            </a:r>
          </a:p>
          <a:p>
            <a:r>
              <a:t>придется разворачивать на VSL,</a:t>
            </a:r>
          </a:p>
          <a:p>
            <a:r>
              <a:t>ну в принципе проблем от него вызывает.</a:t>
            </a:r>
          </a:p>
          <a:p>
            <a:r>
              <a:t>Особенно когда первым пунктом</a:t>
            </a:r>
          </a:p>
          <a:p>
            <a:r>
              <a:t>вы уже развернулись в OpenClaw.</a:t>
            </a:r>
          </a:p>
          <a:p>
            <a:r>
              <a:t>То есть у меня лично</a:t>
            </a:r>
          </a:p>
          <a:p>
            <a:r>
              <a:t>и на курсе буду показывать,</a:t>
            </a:r>
          </a:p>
          <a:p>
            <a:r>
              <a:t>OpenClaw сам развернул Гермес.</a:t>
            </a:r>
          </a:p>
          <a:p>
            <a:r>
              <a:t>Главное, чтобы у вас один агент появился</a:t>
            </a:r>
          </a:p>
          <a:p>
            <a:r>
              <a:t>и ваша жизнь становится намного проще.</a:t>
            </a:r>
          </a:p>
          <a:p>
            <a:r>
              <a:t>Paperclip.</a:t>
            </a:r>
          </a:p>
          <a:p/>
          <a:p>
            <a:r>
              <a:t>[11:04] Скрепка в переводе</a:t>
            </a:r>
          </a:p>
          <a:p>
            <a:r>
              <a:t>это в принципе</a:t>
            </a:r>
          </a:p>
          <a:p>
            <a:r>
              <a:t>слой для управления уже</a:t>
            </a:r>
          </a:p>
          <a:p>
            <a:r>
              <a:t>командой агентов.</a:t>
            </a:r>
          </a:p>
          <a:p>
            <a:r>
              <a:t>Agency Agents</a:t>
            </a:r>
          </a:p>
          <a:p>
            <a:r>
              <a:t>уже есть название,</a:t>
            </a:r>
          </a:p>
          <a:p>
            <a:r>
              <a:t>понятно,</a:t>
            </a:r>
          </a:p>
          <a:p>
            <a:r>
              <a:t>тоже еще один слой</a:t>
            </a:r>
          </a:p>
          <a:p>
            <a:r>
              <a:t>для управления командой агентом.</a:t>
            </a:r>
          </a:p>
          <a:p>
            <a:r>
              <a:t>Paperclip появился раньше,</a:t>
            </a:r>
          </a:p>
          <a:p>
            <a:r>
              <a:t>но к нему есть определенные вопросы.</a:t>
            </a:r>
          </a:p>
          <a:p>
            <a:r>
              <a:t>Agency Agents</a:t>
            </a:r>
          </a:p>
          <a:p>
            <a:r>
              <a:t>уже есть специализированные</a:t>
            </a:r>
          </a:p>
          <a:p>
            <a:r>
              <a:t>для него описания агентов.</a:t>
            </a:r>
          </a:p>
          <a:p>
            <a:r>
              <a:t>Единственное,</a:t>
            </a:r>
          </a:p>
          <a:p>
            <a:r>
              <a:t>что подойдет вам</a:t>
            </a:r>
          </a:p>
          <a:p>
            <a:r>
              <a:t>это билетя королей или нет,</a:t>
            </a:r>
          </a:p>
          <a:p>
            <a:r>
              <a:t>она немножечко</a:t>
            </a:r>
          </a:p>
          <a:p>
            <a:r>
              <a:t>на американские реалии</a:t>
            </a:r>
          </a:p>
          <a:p>
            <a:r>
              <a:t>ориентирована.</a:t>
            </a:r>
          </a:p>
          <a:p>
            <a:r>
              <a:t>Но тем не менее,</a:t>
            </a:r>
          </a:p>
          <a:p>
            <a:r>
              <a:t>ребята уже попытались</a:t>
            </a:r>
          </a:p>
          <a:p>
            <a:r>
              <a:t>создать что-то готовое,</a:t>
            </a:r>
          </a:p>
          <a:p>
            <a:r>
              <a:t>чтобы запускать</a:t>
            </a:r>
          </a:p>
          <a:p>
            <a:r>
              <a:t>прямо вот так вот с полпинка.</a:t>
            </a:r>
          </a:p>
          <a:p>
            <a:r>
              <a:t>Мы с вами рассмотрим</a:t>
            </a:r>
          </a:p>
          <a:p>
            <a:r>
              <a:t>еще там различные</a:t>
            </a:r>
          </a:p>
          <a:p>
            <a:r>
              <a:t>шаблоны</a:t>
            </a:r>
          </a:p>
          <a:p>
            <a:r>
              <a:t>и</a:t>
            </a:r>
          </a:p>
          <a:p/>
          <a:p>
            <a:r>
              <a:t>[11:44] правила,</a:t>
            </a:r>
          </a:p>
          <a:p>
            <a:r>
              <a:t>скиллы</a:t>
            </a:r>
          </a:p>
          <a:p>
            <a:r>
              <a:t>для AI-нэйти в компании,</a:t>
            </a:r>
          </a:p>
          <a:p>
            <a:r>
              <a:t>вот именно когда будем</a:t>
            </a:r>
          </a:p>
          <a:p>
            <a:r>
              <a:t>рассматривать эти инструменты.</a:t>
            </a:r>
          </a:p>
          <a:p/>
          <a:p>
            <a:r>
              <a:t>[11:52] Что будет в курсе?</a:t>
            </a:r>
          </a:p>
          <a:p>
            <a:r>
              <a:t>В курсе будет около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[ 11:55 – 18:05 ]</a:t>
            </a:r>
          </a:p>
          <a:p/>
          <a:p>
            <a:r>
              <a:t>[11:55] 7 лекций,</a:t>
            </a:r>
          </a:p>
          <a:p>
            <a:r>
              <a:t>примерно по 40 минут.</a:t>
            </a:r>
          </a:p>
          <a:p>
            <a:r>
              <a:t>Не могу сказать,</a:t>
            </a:r>
          </a:p>
          <a:p>
            <a:r>
              <a:t>что там одна будет,</a:t>
            </a:r>
          </a:p>
          <a:p>
            <a:r>
              <a:t>может быть,</a:t>
            </a:r>
          </a:p>
          <a:p>
            <a:r>
              <a:t>вот эта будет</a:t>
            </a:r>
          </a:p>
          <a:p>
            <a:r>
              <a:t>минут на 15,</a:t>
            </a:r>
          </a:p>
          <a:p>
            <a:r>
              <a:t>потому что это вводная лекция,</a:t>
            </a:r>
          </a:p>
          <a:p>
            <a:r>
              <a:t>другая может быть</a:t>
            </a:r>
          </a:p>
          <a:p>
            <a:r>
              <a:t>на полтора часа,</a:t>
            </a:r>
          </a:p>
          <a:p>
            <a:r>
              <a:t>потому что</a:t>
            </a:r>
          </a:p>
          <a:p>
            <a:r>
              <a:t>там нужно</a:t>
            </a:r>
          </a:p>
          <a:p>
            <a:r>
              <a:t>развернуть</a:t>
            </a:r>
          </a:p>
          <a:p>
            <a:r>
              <a:t>1С-ное решение,</a:t>
            </a:r>
          </a:p>
          <a:p>
            <a:r>
              <a:t>развернуть,</a:t>
            </a:r>
          </a:p>
          <a:p>
            <a:r>
              <a:t>показать,</a:t>
            </a:r>
          </a:p>
          <a:p>
            <a:r>
              <a:t>рассказать,</a:t>
            </a:r>
          </a:p>
          <a:p>
            <a:r>
              <a:t>как это все дело</a:t>
            </a:r>
          </a:p>
          <a:p>
            <a:r>
              <a:t>подключить между собой,</a:t>
            </a:r>
          </a:p>
          <a:p>
            <a:r>
              <a:t>подружить и так далее</a:t>
            </a:r>
          </a:p>
          <a:p>
            <a:r>
              <a:t>и тому подобное.</a:t>
            </a:r>
          </a:p>
          <a:p>
            <a:r>
              <a:t>То есть это может занимать</a:t>
            </a:r>
          </a:p>
          <a:p>
            <a:r>
              <a:t>какое-то время определенное.</a:t>
            </a:r>
          </a:p>
          <a:p>
            <a:r>
              <a:t>Я, конечно, стараюсь</a:t>
            </a:r>
          </a:p>
          <a:p>
            <a:r>
              <a:t>его сокращать,</a:t>
            </a:r>
          </a:p>
          <a:p>
            <a:r>
              <a:t>то есть везде,</a:t>
            </a:r>
          </a:p>
          <a:p>
            <a:r>
              <a:t>где возможно.</a:t>
            </a:r>
          </a:p>
          <a:p>
            <a:r>
              <a:t>Я там ставлю паузу,</a:t>
            </a:r>
          </a:p>
          <a:p>
            <a:r>
              <a:t>если и работает,</a:t>
            </a:r>
          </a:p>
          <a:p>
            <a:r>
              <a:t>и вы там не видите</a:t>
            </a:r>
          </a:p>
          <a:p>
            <a:r>
              <a:t>каждой строчке,</a:t>
            </a:r>
          </a:p>
          <a:p>
            <a:r>
              <a:t>что я сделал,</a:t>
            </a:r>
          </a:p>
          <a:p>
            <a:r>
              <a:t>значит,</a:t>
            </a:r>
          </a:p>
          <a:p>
            <a:r>
              <a:t>я пропустил</a:t>
            </a:r>
          </a:p>
          <a:p>
            <a:r>
              <a:t>просто для того,</a:t>
            </a:r>
          </a:p>
          <a:p>
            <a:r>
              <a:t>чтобы ткануть ваше время</a:t>
            </a:r>
          </a:p>
          <a:p>
            <a:r>
              <a:t>ничего там умного не будет.</a:t>
            </a:r>
          </a:p>
          <a:p>
            <a:r>
              <a:t>Но,</a:t>
            </a:r>
          </a:p>
          <a:p>
            <a:r>
              <a:t>тем не менее,</a:t>
            </a:r>
          </a:p>
          <a:p>
            <a:r>
              <a:t>некоторые</a:t>
            </a:r>
          </a:p>
          <a:p>
            <a:r>
              <a:t>лекции,</a:t>
            </a:r>
          </a:p>
          <a:p>
            <a:r>
              <a:t>они, конечно,</a:t>
            </a:r>
          </a:p>
          <a:p>
            <a:r>
              <a:t>займут определенное количество</a:t>
            </a:r>
          </a:p>
          <a:p>
            <a:r>
              <a:t>времени,</a:t>
            </a:r>
          </a:p>
          <a:p>
            <a:r>
              <a:t>это время может быть</a:t>
            </a:r>
          </a:p>
          <a:p>
            <a:r>
              <a:t>не маленькое.</a:t>
            </a:r>
          </a:p>
          <a:p>
            <a:r>
              <a:t>в каждой почти лекции,</a:t>
            </a:r>
          </a:p>
          <a:p>
            <a:r>
              <a:t>за исключением,</a:t>
            </a:r>
          </a:p>
          <a:p>
            <a:r>
              <a:t>наверное,</a:t>
            </a:r>
          </a:p>
          <a:p>
            <a:r>
              <a:t>ряда будут</a:t>
            </a:r>
          </a:p>
          <a:p>
            <a:r>
              <a:t>и теоретическая часть,</a:t>
            </a:r>
          </a:p>
          <a:p>
            <a:r>
              <a:t>и практическая часть.</a:t>
            </a:r>
          </a:p>
          <a:p>
            <a:r>
              <a:t>То есть,</a:t>
            </a:r>
          </a:p>
          <a:p>
            <a:r>
              <a:t>понятно,</a:t>
            </a:r>
          </a:p>
          <a:p>
            <a:r>
              <a:t>что надо разобраться</a:t>
            </a:r>
          </a:p>
          <a:p>
            <a:r>
              <a:t>в том,</a:t>
            </a:r>
          </a:p>
          <a:p>
            <a:r>
              <a:t>что такое установленные агенты,</a:t>
            </a:r>
          </a:p>
          <a:p>
            <a:r>
              <a:t>потом уже</a:t>
            </a:r>
          </a:p>
          <a:p>
            <a:r>
              <a:t>бросаться их делать</a:t>
            </a:r>
          </a:p>
          <a:p>
            <a:r>
              <a:t>и внедрять.</a:t>
            </a:r>
          </a:p>
          <a:p>
            <a:r>
              <a:t>То есть,</a:t>
            </a:r>
          </a:p>
          <a:p>
            <a:r>
              <a:t>понимать,</a:t>
            </a:r>
          </a:p>
          <a:p>
            <a:r>
              <a:t>что оно,</a:t>
            </a:r>
          </a:p>
          <a:p>
            <a:r>
              <a:t>для чего оно нужно,</a:t>
            </a:r>
          </a:p>
          <a:p>
            <a:r>
              <a:t>это крайне важно,</a:t>
            </a:r>
          </a:p>
          <a:p>
            <a:r>
              <a:t>потому что</a:t>
            </a:r>
          </a:p>
          <a:p>
            <a:r>
              <a:t>до сих пор</a:t>
            </a:r>
          </a:p>
          <a:p>
            <a:r>
              <a:t>бытует мнение,</a:t>
            </a:r>
          </a:p>
          <a:p>
            <a:r>
              <a:t>что да,</a:t>
            </a:r>
          </a:p>
          <a:p>
            <a:r>
              <a:t>нам,</a:t>
            </a:r>
          </a:p>
          <a:p>
            <a:r>
              <a:t>как бы,</a:t>
            </a:r>
          </a:p>
          <a:p>
            <a:r>
              <a:t>курсора хватит для всего.</a:t>
            </a:r>
          </a:p>
          <a:p>
            <a:r>
              <a:t>Ну,</a:t>
            </a:r>
          </a:p>
          <a:p>
            <a:r>
              <a:t>нет,</a:t>
            </a:r>
          </a:p>
          <a:p>
            <a:r>
              <a:t>не хватит.</a:t>
            </a:r>
          </a:p>
          <a:p>
            <a:r>
              <a:t>То есть,</a:t>
            </a:r>
          </a:p>
          <a:p>
            <a:r>
              <a:t>на самом деле,</a:t>
            </a:r>
          </a:p>
          <a:p>
            <a:r>
              <a:t>весь класс инструментов,</a:t>
            </a:r>
          </a:p>
          <a:p>
            <a:r>
              <a:t>понятно,</a:t>
            </a:r>
          </a:p>
          <a:p>
            <a:r>
              <a:t>что он стал называть уже</a:t>
            </a:r>
          </a:p>
          <a:p>
            <a:r>
              <a:t>модным словом</a:t>
            </a:r>
          </a:p>
          <a:p>
            <a:r>
              <a:t>Харнес,</a:t>
            </a:r>
          </a:p>
          <a:p>
            <a:r>
              <a:t>но</a:t>
            </a:r>
          </a:p>
          <a:p/>
          <a:p>
            <a:r>
              <a:t>[13:13] он бывает разным.</a:t>
            </a:r>
          </a:p>
          <a:p>
            <a:r>
              <a:t>И в данном случае</a:t>
            </a:r>
          </a:p>
          <a:p>
            <a:r>
              <a:t>все-таки у нас</a:t>
            </a:r>
          </a:p>
          <a:p>
            <a:r>
              <a:t>больше акцента</a:t>
            </a:r>
          </a:p>
          <a:p>
            <a:r>
              <a:t>на автономию,</a:t>
            </a:r>
          </a:p>
          <a:p>
            <a:r>
              <a:t>с которой надо</a:t>
            </a:r>
          </a:p>
          <a:p>
            <a:r>
              <a:t>разобраться.</a:t>
            </a:r>
          </a:p>
          <a:p/>
          <a:p>
            <a:r>
              <a:t>[13:20] Практика</a:t>
            </a:r>
          </a:p>
          <a:p>
            <a:r>
              <a:t>и практическая задача,</a:t>
            </a:r>
          </a:p>
          <a:p>
            <a:r>
              <a:t>они будут</a:t>
            </a:r>
          </a:p>
          <a:p>
            <a:r>
              <a:t>в основном</a:t>
            </a:r>
          </a:p>
          <a:p>
            <a:r>
              <a:t>применители к 1С.</a:t>
            </a:r>
          </a:p>
          <a:p>
            <a:r>
              <a:t>Ну,</a:t>
            </a:r>
          </a:p>
          <a:p>
            <a:r>
              <a:t>рассмотрю базовые сценарии,</a:t>
            </a:r>
          </a:p>
          <a:p>
            <a:r>
              <a:t>без которых там никак.</a:t>
            </a:r>
          </a:p>
          <a:p>
            <a:r>
              <a:t>То есть,</a:t>
            </a:r>
          </a:p>
          <a:p>
            <a:r>
              <a:t>то,</a:t>
            </a:r>
          </a:p>
          <a:p>
            <a:r>
              <a:t>что нужно всем.</a:t>
            </a:r>
          </a:p>
          <a:p>
            <a:r>
              <a:t>Да,</a:t>
            </a:r>
          </a:p>
          <a:p>
            <a:r>
              <a:t>но</a:t>
            </a:r>
          </a:p>
          <a:p>
            <a:r>
              <a:t>основа</a:t>
            </a:r>
          </a:p>
          <a:p>
            <a:r>
              <a:t>то,</a:t>
            </a:r>
          </a:p>
          <a:p>
            <a:r>
              <a:t>что нам нужно</a:t>
            </a:r>
          </a:p>
          <a:p>
            <a:r>
              <a:t>решать задачи</a:t>
            </a:r>
          </a:p>
          <a:p>
            <a:r>
              <a:t>внутри 1С,</a:t>
            </a:r>
          </a:p>
          <a:p>
            <a:r>
              <a:t>и вот</a:t>
            </a:r>
          </a:p>
          <a:p>
            <a:r>
              <a:t>на это будем</a:t>
            </a:r>
          </a:p>
          <a:p>
            <a:r>
              <a:t>и полагаться.</a:t>
            </a:r>
          </a:p>
          <a:p>
            <a:r>
              <a:t>Времени</a:t>
            </a:r>
          </a:p>
          <a:p>
            <a:r>
              <a:t>на все это дело</a:t>
            </a:r>
          </a:p>
          <a:p>
            <a:r>
              <a:t>нужно заложить</a:t>
            </a:r>
          </a:p>
          <a:p>
            <a:r>
              <a:t>в районе 16 часов.</a:t>
            </a:r>
          </a:p>
          <a:p>
            <a:r>
              <a:t>Внимание!</a:t>
            </a:r>
          </a:p>
          <a:p>
            <a:r>
              <a:t>Это не только</a:t>
            </a:r>
          </a:p>
          <a:p>
            <a:r>
              <a:t>на просмотр лекции.</a:t>
            </a:r>
          </a:p>
          <a:p>
            <a:r>
              <a:t>То есть,</a:t>
            </a:r>
          </a:p>
          <a:p>
            <a:r>
              <a:t>когда посмотрели</a:t>
            </a:r>
          </a:p>
          <a:p>
            <a:r>
              <a:t>лекцию,</a:t>
            </a:r>
          </a:p>
          <a:p>
            <a:r>
              <a:t>обязательно надо</a:t>
            </a:r>
          </a:p>
          <a:p>
            <a:r>
              <a:t>проделать</a:t>
            </a:r>
          </a:p>
          <a:p>
            <a:r>
              <a:t>вот то,</a:t>
            </a:r>
          </a:p>
          <a:p>
            <a:r>
              <a:t>что я показываю,</a:t>
            </a:r>
          </a:p>
          <a:p>
            <a:r>
              <a:t>проделать</a:t>
            </a:r>
          </a:p>
          <a:p>
            <a:r>
              <a:t>на практике у себя.</a:t>
            </a:r>
          </a:p>
          <a:p>
            <a:r>
              <a:t>Попробовать повторить</a:t>
            </a:r>
          </a:p>
          <a:p>
            <a:r>
              <a:t>за мной</a:t>
            </a:r>
          </a:p>
          <a:p>
            <a:r>
              <a:t>то,</a:t>
            </a:r>
          </a:p>
          <a:p>
            <a:r>
              <a:t>что</a:t>
            </a:r>
          </a:p>
          <a:p>
            <a:r>
              <a:t>возможно</a:t>
            </a:r>
          </a:p>
          <a:p>
            <a:r>
              <a:t>решить какой-то</a:t>
            </a:r>
          </a:p>
          <a:p>
            <a:r>
              <a:t>ваш кейс.</a:t>
            </a:r>
          </a:p>
          <a:p>
            <a:r>
              <a:t>Возможно</a:t>
            </a:r>
          </a:p>
          <a:p>
            <a:r>
              <a:t>там от чего-то</a:t>
            </a:r>
          </a:p>
          <a:p>
            <a:r>
              <a:t>отказаться,</a:t>
            </a:r>
          </a:p>
          <a:p>
            <a:r>
              <a:t>но осознанностью</a:t>
            </a:r>
          </a:p>
          <a:p>
            <a:r>
              <a:t>чего-то делать.</a:t>
            </a:r>
          </a:p>
          <a:p>
            <a:r>
              <a:t>Но</a:t>
            </a:r>
          </a:p>
          <a:p>
            <a:r>
              <a:t>если вы только</a:t>
            </a:r>
          </a:p>
          <a:p>
            <a:r>
              <a:t>просмотрите</a:t>
            </a:r>
          </a:p>
          <a:p>
            <a:r>
              <a:t>лекции,</a:t>
            </a:r>
          </a:p>
          <a:p>
            <a:r>
              <a:t>даже внимательно</a:t>
            </a:r>
          </a:p>
          <a:p>
            <a:r>
              <a:t>очень,</a:t>
            </a:r>
          </a:p>
          <a:p>
            <a:r>
              <a:t>это вам ничего</a:t>
            </a:r>
          </a:p>
          <a:p>
            <a:r>
              <a:t>не даст.</a:t>
            </a:r>
          </a:p>
          <a:p>
            <a:r>
              <a:t>Конечно,</a:t>
            </a:r>
          </a:p>
          <a:p>
            <a:r>
              <a:t>практика,</a:t>
            </a:r>
          </a:p>
          <a:p>
            <a:r>
              <a:t>практика,</a:t>
            </a:r>
          </a:p>
          <a:p>
            <a:r>
              <a:t>практика,</a:t>
            </a:r>
          </a:p>
          <a:p>
            <a:r>
              <a:t>еще раз</a:t>
            </a:r>
          </a:p>
          <a:p>
            <a:r>
              <a:t>практика.</a:t>
            </a:r>
          </a:p>
          <a:p>
            <a:r>
              <a:t>Очень классно</a:t>
            </a:r>
          </a:p>
          <a:p>
            <a:r>
              <a:t>это делать</a:t>
            </a:r>
          </a:p>
          <a:p>
            <a:r>
              <a:t>при помощи</a:t>
            </a:r>
          </a:p>
          <a:p>
            <a:r>
              <a:t>курсов,</a:t>
            </a:r>
          </a:p>
          <a:p>
            <a:r>
              <a:t>то есть</a:t>
            </a:r>
          </a:p>
          <a:p>
            <a:r>
              <a:t>вы</a:t>
            </a:r>
          </a:p>
          <a:p>
            <a:r>
              <a:t>экономите</a:t>
            </a:r>
          </a:p>
          <a:p>
            <a:r>
              <a:t>лютое</a:t>
            </a:r>
          </a:p>
          <a:p>
            <a:r>
              <a:t>количество</a:t>
            </a:r>
          </a:p>
          <a:p>
            <a:r>
              <a:t>времени.</a:t>
            </a:r>
          </a:p>
          <a:p/>
          <a:p>
            <a:r>
              <a:t>[14:19] Можно ли</a:t>
            </a:r>
          </a:p>
          <a:p>
            <a:r>
              <a:t>освоить</a:t>
            </a:r>
          </a:p>
          <a:p>
            <a:r>
              <a:t>самим?</a:t>
            </a:r>
          </a:p>
          <a:p>
            <a:r>
              <a:t>Можно вообще</a:t>
            </a:r>
          </a:p>
          <a:p>
            <a:r>
              <a:t>все это</a:t>
            </a:r>
          </a:p>
          <a:p>
            <a:r>
              <a:t>самим</a:t>
            </a:r>
          </a:p>
          <a:p>
            <a:r>
              <a:t>освоить.</a:t>
            </a:r>
          </a:p>
          <a:p>
            <a:r>
              <a:t>Конечно,</a:t>
            </a:r>
          </a:p>
          <a:p>
            <a:r>
              <a:t>прочитать,</a:t>
            </a:r>
          </a:p>
          <a:p>
            <a:r>
              <a:t>если у вас</a:t>
            </a:r>
          </a:p>
          <a:p>
            <a:r>
              <a:t>нормально</a:t>
            </a:r>
          </a:p>
          <a:p>
            <a:r>
              <a:t>с английским языком</a:t>
            </a:r>
          </a:p>
          <a:p>
            <a:r>
              <a:t>либо переводчиком</a:t>
            </a:r>
          </a:p>
          <a:p>
            <a:r>
              <a:t>воспользуйтесь</a:t>
            </a:r>
          </a:p>
          <a:p>
            <a:r>
              <a:t>современным</a:t>
            </a:r>
          </a:p>
          <a:p>
            <a:r>
              <a:t>и будете</a:t>
            </a:r>
          </a:p>
          <a:p>
            <a:r>
              <a:t>дергать</a:t>
            </a:r>
          </a:p>
          <a:p>
            <a:r>
              <a:t>и спрашивать</a:t>
            </a:r>
          </a:p>
          <a:p>
            <a:r>
              <a:t>в принципе</a:t>
            </a:r>
          </a:p>
          <a:p>
            <a:r>
              <a:t>не проблема</a:t>
            </a:r>
          </a:p>
          <a:p>
            <a:r>
              <a:t>освоить,</a:t>
            </a:r>
          </a:p>
          <a:p>
            <a:r>
              <a:t>поймете</a:t>
            </a:r>
          </a:p>
          <a:p>
            <a:r>
              <a:t>даже</a:t>
            </a:r>
          </a:p>
          <a:p>
            <a:r>
              <a:t>скорее всего.</a:t>
            </a:r>
          </a:p>
          <a:p>
            <a:r>
              <a:t>Вот у меня</a:t>
            </a:r>
          </a:p>
          <a:p>
            <a:r>
              <a:t>к примеру</a:t>
            </a:r>
          </a:p>
          <a:p>
            <a:r>
              <a:t>осознание</a:t>
            </a:r>
          </a:p>
          <a:p>
            <a:r>
              <a:t>и понятие</a:t>
            </a:r>
          </a:p>
          <a:p>
            <a:r>
              <a:t>и там</a:t>
            </a:r>
          </a:p>
          <a:p>
            <a:r>
              <a:t>чтобы сделать</a:t>
            </a:r>
          </a:p>
          <a:p>
            <a:r>
              <a:t>этот курс</a:t>
            </a:r>
          </a:p>
          <a:p>
            <a:r>
              <a:t>ушел 16 недель.</a:t>
            </a:r>
          </a:p>
          <a:p>
            <a:r>
              <a:t>Вот</a:t>
            </a:r>
          </a:p>
          <a:p>
            <a:r>
              <a:t>в принципе</a:t>
            </a:r>
          </a:p>
          <a:p>
            <a:r>
              <a:t>справитесь</a:t>
            </a:r>
          </a:p>
          <a:p>
            <a:r>
              <a:t>вы быстрее</a:t>
            </a:r>
          </a:p>
          <a:p>
            <a:r>
              <a:t>или нет?</a:t>
            </a:r>
          </a:p>
          <a:p>
            <a:r>
              <a:t>Не знаю</a:t>
            </a:r>
          </a:p>
          <a:p>
            <a:r>
              <a:t>может справитесь.</a:t>
            </a:r>
          </a:p>
          <a:p>
            <a:r>
              <a:t>но</a:t>
            </a:r>
          </a:p>
          <a:p>
            <a:r>
              <a:t>честно</a:t>
            </a:r>
          </a:p>
          <a:p>
            <a:r>
              <a:t>16 часов</a:t>
            </a:r>
          </a:p>
          <a:p>
            <a:r>
              <a:t>или 16 недель</a:t>
            </a:r>
          </a:p>
          <a:p>
            <a:r>
              <a:t>если бы кто-то записал</a:t>
            </a:r>
          </a:p>
          <a:p>
            <a:r>
              <a:t>курс до меня</a:t>
            </a:r>
          </a:p>
          <a:p>
            <a:r>
              <a:t>который</a:t>
            </a:r>
          </a:p>
          <a:p>
            <a:r>
              <a:t>все это дело</a:t>
            </a:r>
          </a:p>
          <a:p>
            <a:r>
              <a:t>покрыл бы</a:t>
            </a:r>
          </a:p>
          <a:p>
            <a:r>
              <a:t>я бы</a:t>
            </a:r>
          </a:p>
          <a:p>
            <a:r>
              <a:t>не тратил</a:t>
            </a:r>
          </a:p>
          <a:p>
            <a:r>
              <a:t>свое время</a:t>
            </a:r>
          </a:p>
          <a:p>
            <a:r>
              <a:t>и даже</a:t>
            </a:r>
          </a:p>
          <a:p>
            <a:r>
              <a:t>более того</a:t>
            </a:r>
          </a:p>
          <a:p>
            <a:r>
              <a:t>нет какой-то цели</a:t>
            </a:r>
          </a:p>
          <a:p>
            <a:r>
              <a:t>что-то кому-то продать.</a:t>
            </a:r>
          </a:p>
          <a:p>
            <a:r>
              <a:t>Вот</a:t>
            </a:r>
          </a:p>
          <a:p>
            <a:r>
              <a:t>поэтому</a:t>
            </a:r>
          </a:p>
          <a:p>
            <a:r>
              <a:t>16 часов</a:t>
            </a:r>
          </a:p>
          <a:p>
            <a:r>
              <a:t>все-таки</a:t>
            </a:r>
          </a:p>
          <a:p>
            <a:r>
              <a:t>заложите</a:t>
            </a:r>
          </a:p>
          <a:p>
            <a:r>
              <a:t>это</a:t>
            </a:r>
          </a:p>
          <a:p>
            <a:r>
              <a:t>нужное</a:t>
            </a:r>
          </a:p>
          <a:p>
            <a:r>
              <a:t>и крайне</a:t>
            </a:r>
          </a:p>
          <a:p>
            <a:r>
              <a:t>полезное</a:t>
            </a:r>
          </a:p>
          <a:p>
            <a:r>
              <a:t>время</a:t>
            </a:r>
          </a:p>
          <a:p>
            <a:r>
              <a:t>которое вы</a:t>
            </a:r>
          </a:p>
          <a:p>
            <a:r>
              <a:t>потратите</a:t>
            </a:r>
          </a:p>
          <a:p>
            <a:r>
              <a:t>из всего</a:t>
            </a:r>
          </a:p>
          <a:p>
            <a:r>
              <a:t>что можно</a:t>
            </a:r>
          </a:p>
          <a:p>
            <a:r>
              <a:t>изучить</a:t>
            </a:r>
          </a:p>
          <a:p>
            <a:r>
              <a:t>вот сейчас</a:t>
            </a:r>
          </a:p>
          <a:p>
            <a:r>
              <a:t>как</a:t>
            </a:r>
          </a:p>
          <a:p>
            <a:r>
              <a:t>айтишник</a:t>
            </a:r>
          </a:p>
          <a:p>
            <a:r>
              <a:t>даже</a:t>
            </a:r>
          </a:p>
          <a:p>
            <a:r>
              <a:t>не только</a:t>
            </a:r>
          </a:p>
          <a:p>
            <a:r>
              <a:t>айтишни</a:t>
            </a:r>
          </a:p>
          <a:p>
            <a:r>
              <a:t>в общем</a:t>
            </a:r>
          </a:p>
          <a:p>
            <a:r>
              <a:t>любому человеку</a:t>
            </a:r>
          </a:p>
          <a:p>
            <a:r>
              <a:t>вот эта</a:t>
            </a:r>
          </a:p>
          <a:p>
            <a:r>
              <a:t>штука</a:t>
            </a:r>
          </a:p>
          <a:p>
            <a:r>
              <a:t>сейчас</a:t>
            </a:r>
          </a:p>
          <a:p>
            <a:r>
              <a:t>самое</a:t>
            </a:r>
          </a:p>
          <a:p>
            <a:r>
              <a:t>полезное</a:t>
            </a:r>
          </a:p>
          <a:p>
            <a:r>
              <a:t>то есть</a:t>
            </a:r>
          </a:p>
          <a:p>
            <a:r>
              <a:t>это будут</a:t>
            </a:r>
          </a:p>
          <a:p>
            <a:r>
              <a:t>самые</a:t>
            </a:r>
          </a:p>
          <a:p>
            <a:r>
              <a:t>полезные</a:t>
            </a:r>
          </a:p>
          <a:p>
            <a:r>
              <a:t>16 часов</a:t>
            </a:r>
          </a:p>
          <a:p>
            <a:r>
              <a:t>обучения</a:t>
            </a:r>
          </a:p>
          <a:p>
            <a:r>
              <a:t>хотел сказать</a:t>
            </a:r>
          </a:p>
          <a:p>
            <a:r>
              <a:t>в вашей жизни</a:t>
            </a:r>
          </a:p>
          <a:p>
            <a:r>
              <a:t>но вот</a:t>
            </a:r>
          </a:p>
          <a:p>
            <a:r>
              <a:t>которые можно</a:t>
            </a:r>
          </a:p>
          <a:p>
            <a:r>
              <a:t>потратить</a:t>
            </a:r>
          </a:p>
          <a:p>
            <a:r>
              <a:t>на текущий</a:t>
            </a:r>
          </a:p>
          <a:p>
            <a:r>
              <a:t>минут времени</a:t>
            </a:r>
          </a:p>
          <a:p/>
          <a:p>
            <a:r>
              <a:t>[15:25] как смотреть курс</a:t>
            </a:r>
          </a:p>
          <a:p>
            <a:r>
              <a:t>сначала</a:t>
            </a:r>
          </a:p>
          <a:p>
            <a:r>
              <a:t>смотрим лекцию</a:t>
            </a:r>
          </a:p>
          <a:p>
            <a:r>
              <a:t>потом пытаемся</a:t>
            </a:r>
          </a:p>
          <a:p>
            <a:r>
              <a:t>повторить</a:t>
            </a:r>
          </a:p>
          <a:p>
            <a:r>
              <a:t>что говорил</a:t>
            </a:r>
          </a:p>
          <a:p>
            <a:r>
              <a:t>если у вас</a:t>
            </a:r>
          </a:p>
          <a:p>
            <a:r>
              <a:t>есть после этого</a:t>
            </a:r>
          </a:p>
          <a:p>
            <a:r>
              <a:t>какие-то свои</a:t>
            </a:r>
          </a:p>
          <a:p>
            <a:r>
              <a:t>задачи</a:t>
            </a:r>
          </a:p>
          <a:p>
            <a:r>
              <a:t>лучше конечно</a:t>
            </a:r>
          </a:p>
          <a:p>
            <a:r>
              <a:t>сразу применить</a:t>
            </a:r>
          </a:p>
          <a:p>
            <a:r>
              <a:t>на своих задачах</a:t>
            </a:r>
          </a:p>
          <a:p>
            <a:r>
              <a:t>это будет</a:t>
            </a:r>
          </a:p>
          <a:p>
            <a:r>
              <a:t>классно</a:t>
            </a:r>
          </a:p>
          <a:p>
            <a:r>
              <a:t>будет иметь</a:t>
            </a:r>
          </a:p>
          <a:p>
            <a:r>
              <a:t>для вас</a:t>
            </a:r>
          </a:p>
          <a:p>
            <a:r>
              <a:t>ну такой</a:t>
            </a:r>
          </a:p>
          <a:p>
            <a:r>
              <a:t>более практический</a:t>
            </a:r>
          </a:p>
          <a:p>
            <a:r>
              <a:t>подход</a:t>
            </a:r>
          </a:p>
          <a:p>
            <a:r>
              <a:t>в какой-то</a:t>
            </a:r>
          </a:p>
          <a:p>
            <a:r>
              <a:t>перспективе</a:t>
            </a:r>
          </a:p>
          <a:p>
            <a:r>
              <a:t>то есть</a:t>
            </a:r>
          </a:p>
          <a:p>
            <a:r>
              <a:t>лучше сразу</a:t>
            </a:r>
          </a:p>
          <a:p>
            <a:r>
              <a:t>пробовать</a:t>
            </a:r>
          </a:p>
          <a:p>
            <a:r>
              <a:t>у себя</a:t>
            </a:r>
          </a:p>
          <a:p>
            <a:r>
              <a:t>сделать</a:t>
            </a:r>
          </a:p>
          <a:p>
            <a:r>
              <a:t>что-то</a:t>
            </a:r>
          </a:p>
          <a:p>
            <a:r>
              <a:t>и у вас</a:t>
            </a:r>
          </a:p>
          <a:p>
            <a:r>
              <a:t>это лучше</a:t>
            </a:r>
          </a:p>
          <a:p>
            <a:r>
              <a:t>в голове</a:t>
            </a:r>
          </a:p>
          <a:p>
            <a:r>
              <a:t>отложится</a:t>
            </a:r>
          </a:p>
          <a:p>
            <a:r>
              <a:t>если это</a:t>
            </a:r>
          </a:p>
          <a:p>
            <a:r>
              <a:t>не какая-то</a:t>
            </a:r>
          </a:p>
          <a:p>
            <a:r>
              <a:t>абстрактная</a:t>
            </a:r>
          </a:p>
          <a:p>
            <a:r>
              <a:t>мной</a:t>
            </a:r>
          </a:p>
          <a:p>
            <a:r>
              <a:t>выдуманная</a:t>
            </a:r>
          </a:p>
          <a:p>
            <a:r>
              <a:t>задача</a:t>
            </a:r>
          </a:p>
          <a:p>
            <a:r>
              <a:t>а ваша</a:t>
            </a:r>
          </a:p>
          <a:p>
            <a:r>
              <a:t>конкретная</a:t>
            </a:r>
          </a:p>
          <a:p>
            <a:r>
              <a:t>практическая</a:t>
            </a:r>
          </a:p>
          <a:p>
            <a:r>
              <a:t>конечно</a:t>
            </a:r>
          </a:p>
          <a:p>
            <a:r>
              <a:t>лучше их</a:t>
            </a:r>
          </a:p>
          <a:p>
            <a:r>
              <a:t>решать</a:t>
            </a:r>
          </a:p>
          <a:p>
            <a:r>
              <a:t>по возможности</a:t>
            </a:r>
          </a:p>
          <a:p>
            <a:r>
              <a:t>если разобрались</a:t>
            </a:r>
          </a:p>
          <a:p>
            <a:r>
              <a:t>уже решили</a:t>
            </a:r>
          </a:p>
          <a:p>
            <a:r>
              <a:t>мою тесту</a:t>
            </a:r>
          </a:p>
          <a:p/>
          <a:p>
            <a:r>
              <a:t>[16:02] не все</a:t>
            </a:r>
          </a:p>
          <a:p>
            <a:r>
              <a:t>вы понимаете</a:t>
            </a:r>
          </a:p>
          <a:p>
            <a:r>
              <a:t>что</a:t>
            </a:r>
          </a:p>
          <a:p>
            <a:r>
              <a:t>но не</a:t>
            </a:r>
          </a:p>
          <a:p>
            <a:r>
              <a:t>будете</a:t>
            </a:r>
          </a:p>
          <a:p>
            <a:r>
              <a:t>использовать</a:t>
            </a:r>
          </a:p>
          <a:p>
            <a:r>
              <a:t>но</a:t>
            </a:r>
          </a:p>
          <a:p>
            <a:r>
              <a:t>не</a:t>
            </a:r>
          </a:p>
          <a:p>
            <a:r>
              <a:t>нужно</a:t>
            </a:r>
          </a:p>
          <a:p>
            <a:r>
              <a:t>пропустите</a:t>
            </a:r>
          </a:p>
          <a:p>
            <a:r>
              <a:t>лекцию</a:t>
            </a:r>
          </a:p>
          <a:p>
            <a:r>
              <a:t>если</a:t>
            </a:r>
          </a:p>
          <a:p>
            <a:r>
              <a:t>лекцию</a:t>
            </a:r>
          </a:p>
          <a:p>
            <a:r>
              <a:t>пропускаете</a:t>
            </a:r>
          </a:p>
          <a:p>
            <a:r>
              <a:t>можно</a:t>
            </a:r>
          </a:p>
          <a:p>
            <a:r>
              <a:t>посмотреть</a:t>
            </a:r>
          </a:p>
          <a:p>
            <a:r>
              <a:t>транскрибацию</a:t>
            </a:r>
          </a:p>
          <a:p>
            <a:r>
              <a:t>то есть</a:t>
            </a:r>
          </a:p>
          <a:p>
            <a:r>
              <a:t>я всегда</a:t>
            </a:r>
          </a:p>
          <a:p>
            <a:r>
              <a:t>даю</a:t>
            </a:r>
          </a:p>
          <a:p>
            <a:r>
              <a:t>для каждого</a:t>
            </a:r>
          </a:p>
          <a:p>
            <a:r>
              <a:t>инструмента</a:t>
            </a:r>
          </a:p>
          <a:p>
            <a:r>
              <a:t>альтернативу</a:t>
            </a:r>
          </a:p>
          <a:p>
            <a:r>
              <a:t>потому что</a:t>
            </a:r>
          </a:p>
          <a:p>
            <a:r>
              <a:t>мало ли</a:t>
            </a:r>
          </a:p>
          <a:p>
            <a:r>
              <a:t>что-то</a:t>
            </a:r>
          </a:p>
          <a:p>
            <a:r>
              <a:t>может</a:t>
            </a:r>
          </a:p>
          <a:p>
            <a:r>
              <a:t>выстрелить</a:t>
            </a:r>
          </a:p>
          <a:p>
            <a:r>
              <a:t>в тренд</a:t>
            </a:r>
          </a:p>
          <a:p>
            <a:r>
              <a:t>что-то</a:t>
            </a:r>
          </a:p>
          <a:p>
            <a:r>
              <a:t>может</a:t>
            </a:r>
          </a:p>
          <a:p>
            <a:r>
              <a:t>загнуться</a:t>
            </a:r>
          </a:p>
          <a:p>
            <a:r>
              <a:t>что-то</a:t>
            </a:r>
          </a:p>
          <a:p>
            <a:r>
              <a:t>может</a:t>
            </a:r>
          </a:p>
          <a:p>
            <a:r>
              <a:t>перестать</a:t>
            </a:r>
          </a:p>
          <a:p>
            <a:r>
              <a:t>поддерживаться</a:t>
            </a:r>
          </a:p>
          <a:p>
            <a:r>
              <a:t>мейнтеннице</a:t>
            </a:r>
          </a:p>
          <a:p>
            <a:r>
              <a:t>у меня</a:t>
            </a:r>
          </a:p>
          <a:p>
            <a:r>
              <a:t>всегда</a:t>
            </a:r>
          </a:p>
          <a:p>
            <a:r>
              <a:t>несколько</a:t>
            </a:r>
          </a:p>
          <a:p>
            <a:r>
              <a:t>инструментов</a:t>
            </a:r>
          </a:p>
          <a:p>
            <a:r>
              <a:t>как вы</a:t>
            </a:r>
          </a:p>
          <a:p>
            <a:r>
              <a:t>заметили</a:t>
            </a:r>
          </a:p>
          <a:p>
            <a:r>
              <a:t>предыдущим</a:t>
            </a:r>
          </a:p>
          <a:p>
            <a:r>
              <a:t>это важно</a:t>
            </a:r>
          </a:p>
          <a:p>
            <a:r>
              <a:t>но</a:t>
            </a:r>
          </a:p>
          <a:p>
            <a:r>
              <a:t>можно</a:t>
            </a:r>
          </a:p>
          <a:p>
            <a:r>
              <a:t>какие-то</a:t>
            </a:r>
          </a:p>
          <a:p>
            <a:r>
              <a:t>скипать</a:t>
            </a:r>
          </a:p>
          <a:p>
            <a:r>
              <a:t>если</a:t>
            </a:r>
          </a:p>
          <a:p>
            <a:r>
              <a:t>понимаете</a:t>
            </a:r>
          </a:p>
          <a:p>
            <a:r>
              <a:t>что</a:t>
            </a:r>
          </a:p>
          <a:p>
            <a:r>
              <a:t>вам</a:t>
            </a:r>
          </a:p>
          <a:p>
            <a:r>
              <a:t>предыдущего</a:t>
            </a:r>
          </a:p>
          <a:p>
            <a:r>
              <a:t>хватило</a:t>
            </a:r>
          </a:p>
          <a:p>
            <a:r>
              <a:t>достаточно</a:t>
            </a:r>
          </a:p>
          <a:p>
            <a:r>
              <a:t>и вы</a:t>
            </a:r>
          </a:p>
          <a:p>
            <a:r>
              <a:t>уже</a:t>
            </a:r>
          </a:p>
          <a:p>
            <a:r>
              <a:t>ничего</a:t>
            </a:r>
          </a:p>
          <a:p>
            <a:r>
              <a:t>не</a:t>
            </a:r>
          </a:p>
          <a:p>
            <a:r>
              <a:t>будете</a:t>
            </a:r>
          </a:p>
          <a:p>
            <a:r>
              <a:t>делать</a:t>
            </a:r>
          </a:p>
          <a:p>
            <a:r>
              <a:t>либо</a:t>
            </a:r>
          </a:p>
          <a:p>
            <a:r>
              <a:t>наоборот</a:t>
            </a:r>
          </a:p>
          <a:p>
            <a:r>
              <a:t>скипнуть</a:t>
            </a:r>
          </a:p>
          <a:p>
            <a:r>
              <a:t>первый</a:t>
            </a:r>
          </a:p>
          <a:p>
            <a:r>
              <a:t>сразу</a:t>
            </a:r>
          </a:p>
          <a:p>
            <a:r>
              <a:t>начать</a:t>
            </a:r>
          </a:p>
          <a:p>
            <a:r>
              <a:t>с гермеса</a:t>
            </a:r>
          </a:p>
          <a:p>
            <a:r>
              <a:t>ну</a:t>
            </a:r>
          </a:p>
          <a:p>
            <a:r>
              <a:t>в данном случае</a:t>
            </a:r>
          </a:p>
          <a:p>
            <a:r>
              <a:t>гермес</a:t>
            </a:r>
          </a:p>
          <a:p>
            <a:r>
              <a:t>его подклона</a:t>
            </a:r>
          </a:p>
          <a:p>
            <a:r>
              <a:t>все равно</a:t>
            </a:r>
          </a:p>
          <a:p>
            <a:r>
              <a:t>надо посмотреть</a:t>
            </a:r>
          </a:p>
          <a:p>
            <a:r>
              <a:t>потому что</a:t>
            </a:r>
          </a:p>
          <a:p>
            <a:r>
              <a:t>там</a:t>
            </a:r>
          </a:p>
          <a:p>
            <a:r>
              <a:t>будет</a:t>
            </a:r>
          </a:p>
          <a:p>
            <a:r>
              <a:t>некая</a:t>
            </a:r>
          </a:p>
          <a:p>
            <a:r>
              <a:t>основа</a:t>
            </a:r>
          </a:p>
          <a:p>
            <a:r>
              <a:t>вот</a:t>
            </a:r>
          </a:p>
          <a:p>
            <a:r>
              <a:t>но</a:t>
            </a:r>
          </a:p>
          <a:p>
            <a:r>
              <a:t>если</a:t>
            </a:r>
          </a:p>
          <a:p>
            <a:r>
              <a:t>вы что-то</a:t>
            </a:r>
          </a:p>
          <a:p>
            <a:r>
              <a:t>скипаете</a:t>
            </a:r>
          </a:p>
          <a:p>
            <a:r>
              <a:t>посмотрите</a:t>
            </a:r>
          </a:p>
          <a:p>
            <a:r>
              <a:t>транскрибацию</a:t>
            </a:r>
          </a:p>
          <a:p>
            <a:r>
              <a:t>то есть</a:t>
            </a:r>
          </a:p>
          <a:p>
            <a:r>
              <a:t>или</a:t>
            </a:r>
          </a:p>
          <a:p/>
          <a:p>
            <a:r>
              <a:t>[16:54] можете</a:t>
            </a:r>
          </a:p>
          <a:p>
            <a:r>
              <a:t>смело</a:t>
            </a:r>
          </a:p>
          <a:p>
            <a:r>
              <a:t>ее</a:t>
            </a:r>
          </a:p>
          <a:p>
            <a:r>
              <a:t>пропустить</a:t>
            </a:r>
          </a:p>
          <a:p>
            <a:r>
              <a:t>если</a:t>
            </a:r>
          </a:p>
          <a:p>
            <a:r>
              <a:t>понимаете</a:t>
            </a:r>
          </a:p>
          <a:p>
            <a:r>
              <a:t>что</a:t>
            </a:r>
          </a:p>
          <a:p>
            <a:r>
              <a:t>транскрибацию</a:t>
            </a:r>
          </a:p>
          <a:p>
            <a:r>
              <a:t>нужна</a:t>
            </a:r>
          </a:p>
          <a:p>
            <a:r>
              <a:t>какая-то</a:t>
            </a:r>
          </a:p>
          <a:p>
            <a:r>
              <a:t>часть</a:t>
            </a:r>
          </a:p>
          <a:p>
            <a:r>
              <a:t>лекции</a:t>
            </a:r>
          </a:p>
          <a:p>
            <a:r>
              <a:t>там</a:t>
            </a:r>
          </a:p>
          <a:p>
            <a:r>
              <a:t>что-то</a:t>
            </a:r>
          </a:p>
          <a:p>
            <a:r>
              <a:t>непонятное</a:t>
            </a:r>
          </a:p>
          <a:p>
            <a:r>
              <a:t>что-то</a:t>
            </a:r>
          </a:p>
          <a:p>
            <a:r>
              <a:t>интересное</a:t>
            </a:r>
          </a:p>
          <a:p>
            <a:r>
              <a:t>берете</a:t>
            </a:r>
          </a:p>
          <a:p>
            <a:r>
              <a:t>просто</a:t>
            </a:r>
          </a:p>
          <a:p>
            <a:r>
              <a:t>мотаете</a:t>
            </a:r>
          </a:p>
          <a:p>
            <a:r>
              <a:t>на ту</a:t>
            </a:r>
          </a:p>
          <a:p>
            <a:r>
              <a:t>часть</a:t>
            </a:r>
          </a:p>
          <a:p>
            <a:r>
              <a:t>и смотрите</a:t>
            </a:r>
          </a:p>
          <a:p>
            <a:r>
              <a:t>эту</a:t>
            </a:r>
          </a:p>
          <a:p>
            <a:r>
              <a:t>часть</a:t>
            </a:r>
          </a:p>
          <a:p>
            <a:r>
              <a:t>это важно</a:t>
            </a:r>
          </a:p>
          <a:p>
            <a:r>
              <a:t>для того</a:t>
            </a:r>
          </a:p>
          <a:p>
            <a:r>
              <a:t>чтобы</a:t>
            </a:r>
          </a:p>
          <a:p>
            <a:r>
              <a:t>как бы</a:t>
            </a:r>
          </a:p>
          <a:p>
            <a:r>
              <a:t>я сейчас</a:t>
            </a:r>
          </a:p>
          <a:p>
            <a:r>
              <a:t>вам</a:t>
            </a:r>
          </a:p>
          <a:p>
            <a:r>
              <a:t>экономлю</a:t>
            </a:r>
          </a:p>
          <a:p>
            <a:r>
              <a:t>ваше</a:t>
            </a:r>
          </a:p>
          <a:p>
            <a:r>
              <a:t>время</a:t>
            </a:r>
          </a:p>
          <a:p>
            <a:r>
              <a:t>в принципе</a:t>
            </a:r>
          </a:p>
          <a:p>
            <a:r>
              <a:t>я наверное</a:t>
            </a:r>
          </a:p>
          <a:p>
            <a:r>
              <a:t>вам по итогам</a:t>
            </a:r>
          </a:p>
          <a:p>
            <a:r>
              <a:t>всего этого</a:t>
            </a:r>
          </a:p>
          <a:p>
            <a:r>
              <a:t>курса</a:t>
            </a:r>
          </a:p>
          <a:p>
            <a:r>
              <a:t>сэкономлю</a:t>
            </a:r>
          </a:p>
          <a:p>
            <a:r>
              <a:t>лютое</a:t>
            </a:r>
          </a:p>
          <a:p>
            <a:r>
              <a:t>количество</a:t>
            </a:r>
          </a:p>
          <a:p>
            <a:r>
              <a:t>времени</a:t>
            </a:r>
          </a:p>
          <a:p>
            <a:r>
              <a:t>коллеги</a:t>
            </a:r>
          </a:p>
          <a:p>
            <a:r>
              <a:t>во первых</a:t>
            </a:r>
          </a:p>
          <a:p>
            <a:r>
              <a:t>на изучение</a:t>
            </a:r>
          </a:p>
          <a:p>
            <a:r>
              <a:t>технологии</a:t>
            </a:r>
          </a:p>
          <a:p>
            <a:r>
              <a:t>а вторых</a:t>
            </a:r>
          </a:p>
          <a:p>
            <a:r>
              <a:t>когда вы их</a:t>
            </a:r>
          </a:p>
          <a:p>
            <a:r>
              <a:t>освоите</a:t>
            </a:r>
          </a:p>
          <a:p>
            <a:r>
              <a:t>вы себе</a:t>
            </a:r>
          </a:p>
          <a:p>
            <a:r>
              <a:t>будете</a:t>
            </a:r>
          </a:p>
          <a:p>
            <a:r>
              <a:t>прямо</a:t>
            </a:r>
          </a:p>
          <a:p>
            <a:r>
              <a:t>огромное</a:t>
            </a:r>
          </a:p>
          <a:p/>
          <a:p>
            <a:r>
              <a:t>[17:25] главное</a:t>
            </a:r>
          </a:p>
          <a:p>
            <a:r>
              <a:t>если</a:t>
            </a:r>
          </a:p>
          <a:p>
            <a:r>
              <a:t>вы</a:t>
            </a:r>
          </a:p>
          <a:p>
            <a:r>
              <a:t>это</a:t>
            </a:r>
          </a:p>
          <a:p>
            <a:r>
              <a:t>все</a:t>
            </a:r>
          </a:p>
          <a:p>
            <a:r>
              <a:t>не пытаетесь</a:t>
            </a:r>
          </a:p>
          <a:p>
            <a:r>
              <a:t>продевать</a:t>
            </a:r>
          </a:p>
          <a:p>
            <a:r>
              <a:t>на практике</a:t>
            </a:r>
          </a:p>
          <a:p>
            <a:r>
              <a:t>курс</a:t>
            </a:r>
          </a:p>
          <a:p>
            <a:r>
              <a:t>прошел</a:t>
            </a:r>
          </a:p>
          <a:p>
            <a:r>
              <a:t>бестолку</a:t>
            </a:r>
          </a:p>
          <a:p>
            <a:r>
              <a:t>все</a:t>
            </a:r>
          </a:p>
          <a:p>
            <a:r>
              <a:t>мне</a:t>
            </a:r>
          </a:p>
          <a:p>
            <a:r>
              <a:t>напишите</a:t>
            </a:r>
          </a:p>
          <a:p>
            <a:r>
              <a:t>в отзывах</a:t>
            </a:r>
          </a:p>
          <a:p>
            <a:r>
              <a:t>что</a:t>
            </a:r>
          </a:p>
          <a:p>
            <a:r>
              <a:t>вообще</a:t>
            </a:r>
          </a:p>
          <a:p>
            <a:r>
              <a:t>бесполезный</a:t>
            </a:r>
          </a:p>
          <a:p>
            <a:r>
              <a:t>абсолютно</a:t>
            </a:r>
          </a:p>
          <a:p>
            <a:r>
              <a:t>курс</a:t>
            </a:r>
          </a:p>
          <a:p>
            <a:r>
              <a:t>олег</a:t>
            </a:r>
          </a:p>
          <a:p>
            <a:r>
              <a:t>нам</a:t>
            </a:r>
          </a:p>
          <a:p>
            <a:r>
              <a:t>что-то</a:t>
            </a:r>
          </a:p>
          <a:p>
            <a:r>
              <a:t>рассказал</a:t>
            </a:r>
          </a:p>
          <a:p>
            <a:r>
              <a:t>я что-то</a:t>
            </a:r>
          </a:p>
          <a:p>
            <a:r>
              <a:t>послушал</a:t>
            </a:r>
          </a:p>
          <a:p>
            <a:r>
              <a:t>ничего</a:t>
            </a:r>
          </a:p>
          <a:p>
            <a:r>
              <a:t>в моей</a:t>
            </a:r>
          </a:p>
          <a:p>
            <a:r>
              <a:t>жизни</a:t>
            </a:r>
          </a:p>
          <a:p>
            <a:r>
              <a:t>не</a:t>
            </a:r>
          </a:p>
          <a:p>
            <a:r>
              <a:t>поменялось</a:t>
            </a:r>
          </a:p>
          <a:p>
            <a:r>
              <a:t>ну</a:t>
            </a:r>
          </a:p>
          <a:p>
            <a:r>
              <a:t>все</a:t>
            </a:r>
          </a:p>
          <a:p>
            <a:r>
              <a:t>чтобы</a:t>
            </a:r>
          </a:p>
          <a:p>
            <a:r>
              <a:t>у вас</a:t>
            </a:r>
          </a:p>
          <a:p>
            <a:r>
              <a:t>жизнь</a:t>
            </a:r>
          </a:p>
          <a:p>
            <a:r>
              <a:t>поменялась</a:t>
            </a:r>
          </a:p>
          <a:p>
            <a:r>
              <a:t>надо</a:t>
            </a:r>
          </a:p>
          <a:p>
            <a:r>
              <a:t>просто</a:t>
            </a:r>
          </a:p>
          <a:p>
            <a:r>
              <a:t>поставить</a:t>
            </a:r>
          </a:p>
          <a:p>
            <a:r>
              <a:t>и делать</a:t>
            </a:r>
          </a:p>
          <a:p>
            <a:r>
              <a:t>мой</a:t>
            </a:r>
          </a:p>
          <a:p>
            <a:r>
              <a:t>курс</a:t>
            </a:r>
          </a:p>
          <a:p>
            <a:r>
              <a:t>вот</a:t>
            </a:r>
          </a:p>
          <a:p>
            <a:r>
              <a:t>просто</a:t>
            </a:r>
          </a:p>
          <a:p>
            <a:r>
              <a:t>ну</a:t>
            </a:r>
          </a:p>
          <a:p>
            <a:r>
              <a:t>грубо говоря</a:t>
            </a:r>
          </a:p>
          <a:p>
            <a:r>
              <a:t>выжим</a:t>
            </a:r>
          </a:p>
          <a:p>
            <a:r>
              <a:t>к</a:t>
            </a:r>
          </a:p>
          <a:p>
            <a:r>
              <a:t>туториал</a:t>
            </a:r>
          </a:p>
          <a:p>
            <a:r>
              <a:t>то есть</a:t>
            </a:r>
          </a:p>
          <a:p>
            <a:r>
              <a:t>это</a:t>
            </a:r>
          </a:p>
          <a:p>
            <a:r>
              <a:t>то</a:t>
            </a:r>
          </a:p>
          <a:p>
            <a:r>
              <a:t>вот</a:t>
            </a:r>
          </a:p>
          <a:p>
            <a:r>
              <a:t>я</a:t>
            </a:r>
          </a:p>
          <a:p>
            <a:r>
              <a:t>рассказываю</a:t>
            </a:r>
          </a:p>
          <a:p>
            <a:r>
              <a:t>то</a:t>
            </a:r>
          </a:p>
          <a:p/>
          <a:p>
            <a:r>
              <a:t>[17:57] проделать</a:t>
            </a:r>
          </a:p>
          <a:p>
            <a:r>
              <a:t>это</a:t>
            </a:r>
          </a:p>
          <a:p>
            <a:r>
              <a:t>у себя</a:t>
            </a:r>
          </a:p>
          <a:p>
            <a:r>
              <a:t>конечно</a:t>
            </a:r>
          </a:p>
          <a:p>
            <a:r>
              <a:t>нужно</a:t>
            </a:r>
          </a:p>
          <a:p>
            <a:r>
              <a:t>важно</a:t>
            </a:r>
          </a:p>
          <a:p>
            <a:r>
              <a:t>и надо</a:t>
            </a:r>
          </a:p>
          <a:p>
            <a:r>
              <a:t>как</a:t>
            </a:r>
          </a:p>
          <a:p>
            <a:r>
              <a:t>понять</a:t>
            </a:r>
          </a:p>
          <a:p>
            <a:r>
              <a:t>что</a:t>
            </a:r>
          </a:p>
          <a:p>
            <a:r>
              <a:t>курс</a:t>
            </a:r>
          </a:p>
          <a:p>
            <a:r>
              <a:t>был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[ 18:05 – 21:15 ]</a:t>
            </a:r>
          </a:p>
          <a:p/>
          <a:p>
            <a:r>
              <a:t>[18:05] не</a:t>
            </a:r>
          </a:p>
          <a:p>
            <a:r>
              <a:t>бестолковым</a:t>
            </a:r>
          </a:p>
          <a:p>
            <a:r>
              <a:t>то есть</a:t>
            </a:r>
          </a:p>
          <a:p>
            <a:r>
              <a:t>если</a:t>
            </a:r>
          </a:p>
          <a:p>
            <a:r>
              <a:t>вы</a:t>
            </a:r>
          </a:p>
          <a:p/>
          <a:p>
            <a:r>
              <a:t>[18:10] видите</a:t>
            </a:r>
          </a:p>
          <a:p>
            <a:r>
              <a:t>разницу</a:t>
            </a:r>
          </a:p>
          <a:p>
            <a:r>
              <a:t>между</a:t>
            </a:r>
          </a:p>
          <a:p>
            <a:r>
              <a:t>такой же</a:t>
            </a:r>
          </a:p>
          <a:p>
            <a:r>
              <a:t>кодекс</a:t>
            </a:r>
          </a:p>
          <a:p>
            <a:r>
              <a:t>или</a:t>
            </a:r>
          </a:p>
          <a:p>
            <a:r>
              <a:t>такой же</a:t>
            </a:r>
          </a:p>
          <a:p>
            <a:r>
              <a:t>код</a:t>
            </a:r>
          </a:p>
          <a:p>
            <a:r>
              <a:t>код</a:t>
            </a:r>
          </a:p>
          <a:p>
            <a:r>
              <a:t>или</a:t>
            </a:r>
          </a:p>
          <a:p>
            <a:r>
              <a:t>такой</a:t>
            </a:r>
          </a:p>
          <a:p>
            <a:r>
              <a:t>же</a:t>
            </a:r>
          </a:p>
          <a:p>
            <a:r>
              <a:t>курсор</a:t>
            </a:r>
          </a:p>
          <a:p>
            <a:r>
              <a:t>и</a:t>
            </a:r>
          </a:p>
          <a:p>
            <a:r>
              <a:t>openclaw</a:t>
            </a:r>
          </a:p>
          <a:p>
            <a:r>
              <a:t>germes</a:t>
            </a:r>
          </a:p>
          <a:p>
            <a:r>
              <a:t>paperclip</a:t>
            </a:r>
          </a:p>
          <a:p>
            <a:r>
              <a:t>и так далее</a:t>
            </a:r>
          </a:p>
          <a:p>
            <a:r>
              <a:t>там</a:t>
            </a:r>
          </a:p>
          <a:p>
            <a:r>
              <a:t>подобное</a:t>
            </a:r>
          </a:p>
          <a:p>
            <a:r>
              <a:t>значит</a:t>
            </a:r>
          </a:p>
          <a:p>
            <a:r>
              <a:t>курс</a:t>
            </a:r>
          </a:p>
          <a:p>
            <a:r>
              <a:t>прошел</a:t>
            </a:r>
          </a:p>
          <a:p>
            <a:r>
              <a:t>не зря</a:t>
            </a:r>
          </a:p>
          <a:p>
            <a:r>
              <a:t>по крайней</a:t>
            </a:r>
          </a:p>
          <a:p>
            <a:r>
              <a:t>мере</a:t>
            </a:r>
          </a:p>
          <a:p>
            <a:r>
              <a:t>вы уже</a:t>
            </a:r>
          </a:p>
          <a:p>
            <a:r>
              <a:t>программа</a:t>
            </a:r>
          </a:p>
          <a:p>
            <a:r>
              <a:t>минимум</a:t>
            </a:r>
          </a:p>
          <a:p>
            <a:r>
              <a:t>вы понимаете</a:t>
            </a:r>
          </a:p>
          <a:p>
            <a:r>
              <a:t>разницу</a:t>
            </a:r>
          </a:p>
          <a:p>
            <a:r>
              <a:t>понимаете</a:t>
            </a:r>
          </a:p>
          <a:p>
            <a:r>
              <a:t>что это</a:t>
            </a:r>
          </a:p>
          <a:p>
            <a:r>
              <a:t>такое</a:t>
            </a:r>
          </a:p>
          <a:p>
            <a:r>
              <a:t>для чего</a:t>
            </a:r>
          </a:p>
          <a:p>
            <a:r>
              <a:t>это</a:t>
            </a:r>
          </a:p>
          <a:p>
            <a:r>
              <a:t>нужно</a:t>
            </a:r>
          </a:p>
          <a:p>
            <a:r>
              <a:t>может быть</a:t>
            </a:r>
          </a:p>
          <a:p>
            <a:r>
              <a:t>вы не хотите</a:t>
            </a:r>
          </a:p>
          <a:p>
            <a:r>
              <a:t>сейчас</a:t>
            </a:r>
          </a:p>
          <a:p>
            <a:r>
              <a:t>применять</a:t>
            </a:r>
          </a:p>
          <a:p>
            <a:r>
              <a:t>не ставлю</a:t>
            </a:r>
          </a:p>
          <a:p>
            <a:r>
              <a:t>такой</a:t>
            </a:r>
          </a:p>
          <a:p>
            <a:r>
              <a:t>целью</a:t>
            </a:r>
          </a:p>
          <a:p>
            <a:r>
              <a:t>но</a:t>
            </a:r>
          </a:p>
          <a:p>
            <a:r>
              <a:t>осознать</a:t>
            </a:r>
          </a:p>
          <a:p>
            <a:r>
              <a:t>новую технологию</a:t>
            </a:r>
          </a:p>
          <a:p>
            <a:r>
              <a:t>конечно нужно</a:t>
            </a:r>
          </a:p>
          <a:p>
            <a:r>
              <a:t>она</a:t>
            </a:r>
          </a:p>
          <a:p>
            <a:r>
              <a:t>в тренде</a:t>
            </a:r>
          </a:p>
          <a:p>
            <a:r>
              <a:t>и она</a:t>
            </a:r>
          </a:p>
          <a:p>
            <a:r>
              <a:t>останется</a:t>
            </a:r>
          </a:p>
          <a:p>
            <a:r>
              <a:t>с нами</a:t>
            </a:r>
          </a:p>
          <a:p>
            <a:r>
              <a:t>надолго</a:t>
            </a:r>
          </a:p>
          <a:p>
            <a:r>
              <a:t>то есть</a:t>
            </a:r>
          </a:p>
          <a:p>
            <a:r>
              <a:t>она вам</a:t>
            </a:r>
          </a:p>
          <a:p>
            <a:r>
              <a:t>рано или поздно</a:t>
            </a:r>
          </a:p>
          <a:p>
            <a:r>
              <a:t>все равно</a:t>
            </a:r>
          </a:p>
          <a:p>
            <a:r>
              <a:t>пригодится</a:t>
            </a:r>
          </a:p>
          <a:p/>
          <a:p>
            <a:r>
              <a:t>[18:44] можете</a:t>
            </a:r>
          </a:p>
          <a:p>
            <a:r>
              <a:t>установить</a:t>
            </a:r>
          </a:p>
          <a:p>
            <a:r>
              <a:t>основного</a:t>
            </a:r>
          </a:p>
          <a:p>
            <a:r>
              <a:t>агента</a:t>
            </a:r>
          </a:p>
          <a:p>
            <a:r>
              <a:t>или их</a:t>
            </a:r>
          </a:p>
          <a:p>
            <a:r>
              <a:t>компанию</a:t>
            </a:r>
          </a:p>
          <a:p>
            <a:r>
              <a:t>для</a:t>
            </a:r>
          </a:p>
          <a:p>
            <a:r>
              <a:t>выполнения</a:t>
            </a:r>
          </a:p>
          <a:p>
            <a:r>
              <a:t>реальных</a:t>
            </a:r>
          </a:p>
          <a:p>
            <a:r>
              <a:t>задач</a:t>
            </a:r>
          </a:p>
          <a:p>
            <a:r>
              <a:t>то есть</a:t>
            </a:r>
          </a:p>
          <a:p>
            <a:r>
              <a:t>у вас</a:t>
            </a:r>
          </a:p>
          <a:p>
            <a:r>
              <a:t>этот</a:t>
            </a:r>
          </a:p>
          <a:p>
            <a:r>
              <a:t>скил</a:t>
            </a:r>
          </a:p>
          <a:p>
            <a:r>
              <a:t>есть</a:t>
            </a:r>
          </a:p>
          <a:p>
            <a:r>
              <a:t>появляется</a:t>
            </a:r>
          </a:p>
          <a:p>
            <a:r>
              <a:t>ну</a:t>
            </a:r>
          </a:p>
          <a:p>
            <a:r>
              <a:t>в принципе</a:t>
            </a:r>
          </a:p>
          <a:p>
            <a:r>
              <a:t>все время</a:t>
            </a:r>
          </a:p>
          <a:p>
            <a:r>
              <a:t>на мере</a:t>
            </a:r>
          </a:p>
          <a:p>
            <a:r>
              <a:t>что-то</a:t>
            </a:r>
          </a:p>
          <a:p>
            <a:r>
              <a:t>устанавливать</a:t>
            </a:r>
          </a:p>
          <a:p>
            <a:r>
              <a:t>там</a:t>
            </a:r>
          </a:p>
          <a:p>
            <a:r>
              <a:t>если</a:t>
            </a:r>
          </a:p>
          <a:p>
            <a:r>
              <a:t>у вас</a:t>
            </a:r>
          </a:p>
          <a:p>
            <a:r>
              <a:t>хотя бы</a:t>
            </a:r>
          </a:p>
          <a:p>
            <a:r>
              <a:t>один</a:t>
            </a:r>
          </a:p>
          <a:p>
            <a:r>
              <a:t>агент</a:t>
            </a:r>
          </a:p>
          <a:p>
            <a:r>
              <a:t>установлен</a:t>
            </a:r>
          </a:p>
          <a:p>
            <a:r>
              <a:t>на компьютере</a:t>
            </a:r>
          </a:p>
          <a:p>
            <a:r>
              <a:t>с теми</a:t>
            </a:r>
          </a:p>
          <a:p>
            <a:r>
              <a:t>остальными</a:t>
            </a:r>
          </a:p>
          <a:p>
            <a:r>
              <a:t>проблемами</a:t>
            </a:r>
          </a:p>
          <a:p>
            <a:r>
              <a:t>возникает</a:t>
            </a:r>
          </a:p>
          <a:p>
            <a:r>
              <a:t>да</a:t>
            </a:r>
          </a:p>
          <a:p>
            <a:r>
              <a:t>знаете</a:t>
            </a:r>
          </a:p>
          <a:p>
            <a:r>
              <a:t>почему</a:t>
            </a:r>
          </a:p>
          <a:p>
            <a:r>
              <a:t>то есть</a:t>
            </a:r>
          </a:p>
          <a:p>
            <a:r>
              <a:t>вы устанавливаете</a:t>
            </a:r>
          </a:p>
          <a:p>
            <a:r>
              <a:t>первого агента</a:t>
            </a:r>
          </a:p>
          <a:p>
            <a:r>
              <a:t>он вам</a:t>
            </a:r>
          </a:p>
          <a:p>
            <a:r>
              <a:t>устанавливает</a:t>
            </a:r>
          </a:p>
          <a:p>
            <a:r>
              <a:t>все остальные</a:t>
            </a:r>
          </a:p>
          <a:p>
            <a:r>
              <a:t>но мы</a:t>
            </a:r>
          </a:p>
          <a:p>
            <a:r>
              <a:t>рассмотрим</a:t>
            </a:r>
          </a:p>
          <a:p>
            <a:r>
              <a:t>в курсе</a:t>
            </a:r>
          </a:p>
          <a:p>
            <a:r>
              <a:t>все по порядку</a:t>
            </a:r>
          </a:p>
          <a:p>
            <a:r>
              <a:t>для тех</a:t>
            </a:r>
          </a:p>
          <a:p>
            <a:r>
              <a:t>у кого</a:t>
            </a:r>
          </a:p>
          <a:p>
            <a:r>
              <a:t>нет ни одного</a:t>
            </a:r>
          </a:p>
          <a:p>
            <a:r>
              <a:t>агента</a:t>
            </a:r>
          </a:p>
          <a:p>
            <a:r>
              <a:t>то есть</a:t>
            </a:r>
          </a:p>
          <a:p>
            <a:r>
              <a:t>никого</a:t>
            </a:r>
          </a:p>
          <a:p>
            <a:r>
              <a:t>не забудем</a:t>
            </a:r>
          </a:p>
          <a:p>
            <a:r>
              <a:t>есть</a:t>
            </a:r>
          </a:p>
          <a:p>
            <a:r>
              <a:t>есть</a:t>
            </a:r>
          </a:p>
          <a:p>
            <a:r>
              <a:t>цель</a:t>
            </a:r>
          </a:p>
          <a:p>
            <a:r>
              <a:t>получить</a:t>
            </a:r>
          </a:p>
          <a:p>
            <a:r>
              <a:t>максимальный</a:t>
            </a:r>
          </a:p>
          <a:p>
            <a:r>
              <a:t>охват</a:t>
            </a:r>
          </a:p>
          <a:p>
            <a:r>
              <a:t>аудитории</a:t>
            </a:r>
          </a:p>
          <a:p>
            <a:r>
              <a:t>и</a:t>
            </a:r>
          </a:p>
          <a:p>
            <a:r>
              <a:t>чтобы</a:t>
            </a:r>
          </a:p>
          <a:p>
            <a:r>
              <a:t>все</a:t>
            </a:r>
          </a:p>
          <a:p>
            <a:r>
              <a:t>даже</a:t>
            </a:r>
          </a:p>
          <a:p>
            <a:r>
              <a:t>те</a:t>
            </a:r>
          </a:p>
          <a:p>
            <a:r>
              <a:t>кто</a:t>
            </a:r>
          </a:p>
          <a:p>
            <a:r>
              <a:t>там</a:t>
            </a:r>
          </a:p>
          <a:p>
            <a:r>
              <a:t>раньше</a:t>
            </a:r>
          </a:p>
          <a:p>
            <a:r>
              <a:t>не работал</a:t>
            </a:r>
          </a:p>
          <a:p>
            <a:r>
              <a:t>или</a:t>
            </a:r>
          </a:p>
          <a:p>
            <a:r>
              <a:t>ничего</a:t>
            </a:r>
          </a:p>
          <a:p>
            <a:r>
              <a:t>не</a:t>
            </a:r>
          </a:p>
          <a:p>
            <a:r>
              <a:t>устанавливал</a:t>
            </a:r>
          </a:p>
          <a:p>
            <a:r>
              <a:t>чтобы</a:t>
            </a:r>
          </a:p>
          <a:p>
            <a:r>
              <a:t>тоже</a:t>
            </a:r>
          </a:p>
          <a:p>
            <a:r>
              <a:t>были</a:t>
            </a:r>
          </a:p>
          <a:p>
            <a:r>
              <a:t>довольны</a:t>
            </a:r>
          </a:p>
          <a:p>
            <a:r>
              <a:t>смогли</a:t>
            </a:r>
          </a:p>
          <a:p>
            <a:r>
              <a:t>это</a:t>
            </a:r>
          </a:p>
          <a:p>
            <a:r>
              <a:t>все</a:t>
            </a:r>
          </a:p>
          <a:p>
            <a:r>
              <a:t>пройти</a:t>
            </a:r>
          </a:p>
          <a:p>
            <a:r>
              <a:t>вы можете</a:t>
            </a:r>
          </a:p>
          <a:p>
            <a:r>
              <a:t>подключить</a:t>
            </a:r>
          </a:p>
          <a:p>
            <a:r>
              <a:t>к 1С</a:t>
            </a:r>
          </a:p>
          <a:p>
            <a:r>
              <a:t>вот</a:t>
            </a:r>
          </a:p>
          <a:p>
            <a:r>
              <a:t>и на практике</a:t>
            </a:r>
          </a:p>
          <a:p>
            <a:r>
              <a:t>любой сценарий</a:t>
            </a:r>
          </a:p>
          <a:p>
            <a:r>
              <a:t>автоматизации</a:t>
            </a:r>
          </a:p>
          <a:p>
            <a:r>
              <a:t>то есть</a:t>
            </a:r>
          </a:p>
          <a:p>
            <a:r>
              <a:t>на самом деле</a:t>
            </a:r>
          </a:p>
          <a:p>
            <a:r>
              <a:t>если вы</a:t>
            </a:r>
          </a:p>
          <a:p>
            <a:r>
              <a:t>подключили</a:t>
            </a:r>
          </a:p>
          <a:p>
            <a:r>
              <a:t>к 1С</a:t>
            </a:r>
          </a:p>
          <a:p>
            <a:r>
              <a:t>агента</a:t>
            </a:r>
          </a:p>
          <a:p>
            <a:r>
              <a:t>и он</a:t>
            </a:r>
          </a:p>
          <a:p>
            <a:r>
              <a:t>может</a:t>
            </a:r>
          </a:p>
          <a:p>
            <a:r>
              <a:t>делать</a:t>
            </a:r>
          </a:p>
          <a:p>
            <a:r>
              <a:t>все</a:t>
            </a:r>
          </a:p>
          <a:p>
            <a:r>
              <a:t>что</a:t>
            </a:r>
          </a:p>
          <a:p>
            <a:r>
              <a:t>все</a:t>
            </a:r>
          </a:p>
          <a:p>
            <a:r>
              <a:t>что</a:t>
            </a:r>
          </a:p>
          <a:p>
            <a:r>
              <a:t>бог на</a:t>
            </a:r>
          </a:p>
          <a:p>
            <a:r>
              <a:t>душ</a:t>
            </a:r>
          </a:p>
          <a:p>
            <a:r>
              <a:t>положит</a:t>
            </a:r>
          </a:p>
          <a:p>
            <a:r>
              <a:t>вот</a:t>
            </a:r>
          </a:p>
          <a:p>
            <a:r>
              <a:t>это</a:t>
            </a:r>
          </a:p>
          <a:p>
            <a:r>
              <a:t>значит</a:t>
            </a:r>
          </a:p>
          <a:p>
            <a:r>
              <a:t>вы</a:t>
            </a:r>
          </a:p>
          <a:p>
            <a:r>
              <a:t>цели</a:t>
            </a:r>
          </a:p>
          <a:p>
            <a:r>
              <a:t>курса</a:t>
            </a:r>
          </a:p>
          <a:p>
            <a:r>
              <a:t>уже</a:t>
            </a:r>
          </a:p>
          <a:p>
            <a:r>
              <a:t>достигли</a:t>
            </a:r>
          </a:p>
          <a:p>
            <a:r>
              <a:t>то есть</a:t>
            </a:r>
          </a:p>
          <a:p>
            <a:r>
              <a:t>вы можете</a:t>
            </a:r>
          </a:p>
          <a:p>
            <a:r>
              <a:t>написать</a:t>
            </a:r>
          </a:p>
          <a:p>
            <a:r>
              <a:t>любую</a:t>
            </a:r>
          </a:p>
          <a:p>
            <a:r>
              <a:t>задачу</a:t>
            </a:r>
          </a:p>
          <a:p>
            <a:r>
              <a:t>агенту</a:t>
            </a:r>
          </a:p>
          <a:p>
            <a:r>
              <a:t>он ее</a:t>
            </a:r>
          </a:p>
          <a:p>
            <a:r>
              <a:t>там</a:t>
            </a:r>
          </a:p>
          <a:p>
            <a:r>
              <a:t>как-то</a:t>
            </a:r>
          </a:p>
          <a:p>
            <a:r>
              <a:t>преобразует</a:t>
            </a:r>
          </a:p>
          <a:p>
            <a:r>
              <a:t>напишет</a:t>
            </a:r>
          </a:p>
          <a:p>
            <a:r>
              <a:t>инструменты</a:t>
            </a:r>
          </a:p>
          <a:p>
            <a:r>
              <a:t>и у вас</a:t>
            </a:r>
          </a:p>
          <a:p>
            <a:r>
              <a:t>в 1С</a:t>
            </a:r>
          </a:p>
          <a:p>
            <a:r>
              <a:t>появляется</a:t>
            </a:r>
          </a:p>
          <a:p>
            <a:r>
              <a:t>новый</a:t>
            </a:r>
          </a:p>
          <a:p>
            <a:r>
              <a:t>вариант</a:t>
            </a:r>
          </a:p>
          <a:p>
            <a:r>
              <a:t>автоматизации</a:t>
            </a:r>
          </a:p>
          <a:p>
            <a:r>
              <a:t>вы его</a:t>
            </a:r>
          </a:p>
          <a:p>
            <a:r>
              <a:t>потом просто</a:t>
            </a:r>
          </a:p>
          <a:p>
            <a:r>
              <a:t>говорите</a:t>
            </a:r>
          </a:p>
          <a:p>
            <a:r>
              <a:t>выполняй</a:t>
            </a:r>
          </a:p>
          <a:p>
            <a:r>
              <a:t>каждый раз</a:t>
            </a:r>
          </a:p>
          <a:p>
            <a:r>
              <a:t>для каждого</a:t>
            </a:r>
          </a:p>
          <a:p>
            <a:r>
              <a:t>нового письма</a:t>
            </a:r>
          </a:p>
          <a:p>
            <a:r>
              <a:t>или для</a:t>
            </a:r>
          </a:p>
          <a:p>
            <a:r>
              <a:t>каждого</a:t>
            </a:r>
          </a:p>
          <a:p>
            <a:r>
              <a:t>сообщения</a:t>
            </a:r>
          </a:p>
          <a:p>
            <a:r>
              <a:t>или каждый</a:t>
            </a:r>
          </a:p>
          <a:p>
            <a:r>
              <a:t>день</a:t>
            </a:r>
          </a:p>
          <a:p>
            <a:r>
              <a:t>в 9 утра</a:t>
            </a:r>
          </a:p>
          <a:p>
            <a:r>
              <a:t>и у вас</a:t>
            </a:r>
          </a:p>
          <a:p>
            <a:r>
              <a:t>уже</a:t>
            </a:r>
          </a:p>
          <a:p>
            <a:r>
              <a:t>эта</a:t>
            </a:r>
          </a:p>
          <a:p>
            <a:r>
              <a:t>автоматизация</a:t>
            </a:r>
          </a:p>
          <a:p>
            <a:r>
              <a:t>она уже</a:t>
            </a:r>
          </a:p>
          <a:p>
            <a:r>
              <a:t>появилась</a:t>
            </a:r>
          </a:p>
          <a:p>
            <a:r>
              <a:t>вот если</a:t>
            </a:r>
          </a:p>
          <a:p>
            <a:r>
              <a:t>вы так</a:t>
            </a:r>
          </a:p>
          <a:p>
            <a:r>
              <a:t>сможете</a:t>
            </a:r>
          </a:p>
          <a:p>
            <a:r>
              <a:t>с любой</a:t>
            </a:r>
          </a:p>
          <a:p>
            <a:r>
              <a:t>с любым</a:t>
            </a:r>
          </a:p>
          <a:p>
            <a:r>
              <a:t>сценарием</a:t>
            </a:r>
          </a:p>
          <a:p>
            <a:r>
              <a:t>а современный</a:t>
            </a:r>
          </a:p>
          <a:p>
            <a:r>
              <a:t>и правда</a:t>
            </a:r>
          </a:p>
          <a:p>
            <a:r>
              <a:t>позволяет</a:t>
            </a:r>
          </a:p>
          <a:p>
            <a:r>
              <a:t>это сделать</a:t>
            </a:r>
          </a:p>
          <a:p>
            <a:r>
              <a:t>с любым</a:t>
            </a:r>
          </a:p>
          <a:p>
            <a:r>
              <a:t>сценарием</a:t>
            </a:r>
          </a:p>
          <a:p>
            <a:r>
              <a:t>вообще</a:t>
            </a:r>
          </a:p>
          <a:p>
            <a:r>
              <a:t>практически</a:t>
            </a:r>
          </a:p>
          <a:p>
            <a:r>
              <a:t>с любым</a:t>
            </a:r>
          </a:p>
          <a:p>
            <a:r>
              <a:t>ну где</a:t>
            </a:r>
          </a:p>
          <a:p>
            <a:r>
              <a:t>не надо</a:t>
            </a:r>
          </a:p>
          <a:p>
            <a:r>
              <a:t>там</a:t>
            </a:r>
          </a:p>
          <a:p>
            <a:r>
              <a:t>по итогам</a:t>
            </a:r>
          </a:p>
          <a:p>
            <a:r>
              <a:t>1С</a:t>
            </a:r>
          </a:p>
          <a:p>
            <a:r>
              <a:t>ВМС</a:t>
            </a:r>
          </a:p>
          <a:p>
            <a:r>
              <a:t>системы</a:t>
            </a:r>
          </a:p>
          <a:p>
            <a:r>
              <a:t>знаете</a:t>
            </a:r>
          </a:p>
          <a:p>
            <a:r>
              <a:t>на складе</a:t>
            </a:r>
          </a:p>
          <a:p>
            <a:r>
              <a:t>перетащить коробку</a:t>
            </a:r>
          </a:p>
          <a:p>
            <a:r>
              <a:t>из одной места</a:t>
            </a:r>
          </a:p>
          <a:p>
            <a:r>
              <a:t>в другой</a:t>
            </a:r>
          </a:p>
          <a:p>
            <a:r>
              <a:t>вот так</a:t>
            </a:r>
          </a:p>
          <a:p>
            <a:r>
              <a:t>и пока</a:t>
            </a:r>
          </a:p>
          <a:p>
            <a:r>
              <a:t>наверное</a:t>
            </a:r>
          </a:p>
          <a:p>
            <a:r>
              <a:t>не может</a:t>
            </a:r>
          </a:p>
          <a:p>
            <a:r>
              <a:t>без живых</a:t>
            </a:r>
          </a:p>
          <a:p>
            <a:r>
              <a:t>роботов</a:t>
            </a:r>
          </a:p>
          <a:p>
            <a:r>
              <a:t>все остальное</a:t>
            </a:r>
          </a:p>
          <a:p>
            <a:r>
              <a:t>может</a:t>
            </a:r>
          </a:p>
          <a:p>
            <a:r>
              <a:t>вот</a:t>
            </a:r>
          </a:p>
          <a:p>
            <a:r>
              <a:t>если у вас</a:t>
            </a:r>
          </a:p>
          <a:p>
            <a:r>
              <a:t>так получается</a:t>
            </a:r>
          </a:p>
          <a:p>
            <a:r>
              <a:t>то значит</a:t>
            </a:r>
          </a:p>
          <a:p>
            <a:r>
              <a:t>курс</a:t>
            </a:r>
          </a:p>
          <a:p>
            <a:r>
              <a:t>прошел</a:t>
            </a:r>
          </a:p>
          <a:p>
            <a:r>
              <a:t>не зря</a:t>
            </a:r>
          </a:p>
          <a:p>
            <a:r>
              <a:t>а если у вас это получается</a:t>
            </a:r>
          </a:p>
          <a:p>
            <a:r>
              <a:t>то вы понимаете</a:t>
            </a:r>
          </a:p>
          <a:p>
            <a:r>
              <a:t>что вы в принципе</a:t>
            </a:r>
          </a:p>
          <a:p>
            <a:r>
              <a:t>уже знаете</a:t>
            </a:r>
          </a:p>
          <a:p>
            <a:r>
              <a:t>как заменить</a:t>
            </a:r>
          </a:p>
          <a:p>
            <a:r>
              <a:t>любого польза</a:t>
            </a:r>
          </a:p>
          <a:p>
            <a:r>
              <a:t>1С</a:t>
            </a:r>
          </a:p>
          <a:p>
            <a:r>
              <a:t>и вы страшный</a:t>
            </a:r>
          </a:p>
          <a:p>
            <a:r>
              <a:t>человек</a:t>
            </a:r>
          </a:p>
          <a:p>
            <a:r>
              <a:t>для ваших</a:t>
            </a:r>
          </a:p>
          <a:p>
            <a:r>
              <a:t>бухгалтеров</a:t>
            </a:r>
          </a:p>
          <a:p>
            <a:r>
              <a:t>если честно</a:t>
            </a:r>
          </a:p>
          <a:p>
            <a:r>
              <a:t>ну и</a:t>
            </a:r>
          </a:p>
          <a:p>
            <a:r>
              <a:t>самое главное</a:t>
            </a:r>
          </a:p>
          <a:p>
            <a:r>
              <a:t>вернее</a:t>
            </a:r>
          </a:p>
          <a:p>
            <a:r>
              <a:t>самый</a:t>
            </a:r>
          </a:p>
          <a:p>
            <a:r>
              <a:t>так скажем</a:t>
            </a:r>
          </a:p>
          <a:p>
            <a:r>
              <a:t>топчик</a:t>
            </a:r>
          </a:p>
          <a:p>
            <a:r>
              <a:t>вершинка</a:t>
            </a:r>
          </a:p>
          <a:p>
            <a:r>
              <a:t>то если вы</a:t>
            </a:r>
          </a:p>
          <a:p>
            <a:r>
              <a:t>понимаете</a:t>
            </a:r>
          </a:p>
          <a:p>
            <a:r>
              <a:t>что такое</a:t>
            </a:r>
          </a:p>
          <a:p>
            <a:r>
              <a:t>AI Native</a:t>
            </a:r>
          </a:p>
          <a:p>
            <a:r>
              <a:t>процесс</a:t>
            </a:r>
          </a:p>
          <a:p>
            <a:r>
              <a:t>и вообще</a:t>
            </a:r>
          </a:p>
          <a:p>
            <a:r>
              <a:t>можете</a:t>
            </a:r>
          </a:p>
          <a:p>
            <a:r>
              <a:t>собрать</a:t>
            </a:r>
          </a:p>
          <a:p>
            <a:r>
              <a:t>там</a:t>
            </a:r>
          </a:p>
          <a:p>
            <a:r>
              <a:t>AI Native</a:t>
            </a:r>
          </a:p>
          <a:p>
            <a:r>
              <a:t>процесс</a:t>
            </a:r>
          </a:p>
          <a:p>
            <a:r>
              <a:t>AI Native</a:t>
            </a:r>
          </a:p>
          <a:p>
            <a:r>
              <a:t>компанию</a:t>
            </a:r>
          </a:p>
          <a:p>
            <a:r>
              <a:t>целую</a:t>
            </a:r>
          </a:p>
          <a:p>
            <a:r>
              <a:t>и без</a:t>
            </a:r>
          </a:p>
          <a:p>
            <a:r>
              <a:t>потери контроля</a:t>
            </a:r>
          </a:p>
          <a:p>
            <a:r>
              <a:t>тогда</a:t>
            </a:r>
          </a:p>
          <a:p>
            <a:r>
              <a:t>значит</a:t>
            </a:r>
          </a:p>
          <a:p>
            <a:r>
              <a:t>вы</a:t>
            </a:r>
          </a:p>
          <a:p>
            <a:r>
              <a:t>прослушали</a:t>
            </a:r>
          </a:p>
          <a:p>
            <a:r>
              <a:t>все</a:t>
            </a:r>
          </a:p>
          <a:p>
            <a:r>
              <a:t>что я</a:t>
            </a:r>
          </a:p>
          <a:p>
            <a:r>
              <a:t>рассказал</a:t>
            </a:r>
          </a:p>
          <a:p>
            <a:r>
              <a:t>и</a:t>
            </a:r>
          </a:p>
          <a:p>
            <a:r>
              <a:t>усвоили</a:t>
            </a:r>
          </a:p>
          <a:p>
            <a:r>
              <a:t>практически</a:t>
            </a:r>
          </a:p>
          <a:p>
            <a:r>
              <a:t>все</a:t>
            </a:r>
          </a:p>
          <a:p>
            <a:r>
              <a:t>вот</a:t>
            </a:r>
          </a:p>
          <a:p>
            <a:r>
              <a:t>коллеги</a:t>
            </a:r>
          </a:p>
          <a:p>
            <a:r>
              <a:t>на этом</a:t>
            </a:r>
          </a:p>
          <a:p>
            <a:r>
              <a:t>наверное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[ 21:15 – 21:26 ]</a:t>
            </a:r>
          </a:p>
          <a:p/>
          <a:p>
            <a:r>
              <a:t>[21:15] у меня</a:t>
            </a:r>
          </a:p>
          <a:p>
            <a:r>
              <a:t>все</a:t>
            </a:r>
          </a:p>
          <a:p>
            <a:r>
              <a:t>сначала</a:t>
            </a:r>
          </a:p>
          <a:p>
            <a:r>
              <a:t>мы</a:t>
            </a:r>
          </a:p>
          <a:p>
            <a:r>
              <a:t>рассмотрим</a:t>
            </a:r>
          </a:p>
          <a:p>
            <a:r>
              <a:t>основных</a:t>
            </a:r>
          </a:p>
          <a:p>
            <a:r>
              <a:t>агентов</a:t>
            </a:r>
          </a:p>
          <a:p>
            <a:r>
              <a:t>в принципе</a:t>
            </a:r>
          </a:p>
          <a:p>
            <a:r>
              <a:t>удачи</a:t>
            </a:r>
          </a:p>
          <a:p>
            <a:r>
              <a:t>переключайтесь</a:t>
            </a:r>
          </a:p>
          <a:p>
            <a:r>
              <a:t>следующую</a:t>
            </a:r>
          </a:p>
          <a:p>
            <a:r>
              <a:t>лекцию</a:t>
            </a:r>
          </a:p>
          <a:p>
            <a:r>
              <a:t>спасибо</a:t>
            </a:r>
          </a:p>
          <a:p>
            <a:r>
              <a:t>спасибо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